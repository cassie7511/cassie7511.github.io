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4" r:id="rId4"/>
    <p:sldMasterId id="214748370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Hanken Grotesk Medium"/>
      <p:regular r:id="rId20"/>
      <p:bold r:id="rId21"/>
      <p:italic r:id="rId22"/>
      <p:boldItalic r:id="rId23"/>
    </p:embeddedFont>
    <p:embeddedFont>
      <p:font typeface="Neuton Light"/>
      <p:regular r:id="rId24"/>
      <p:bold r:id="rId25"/>
      <p:boldItalic r:id="rId26"/>
    </p:embeddedFont>
    <p:embeddedFont>
      <p:font typeface="Hanken Grotesk"/>
      <p:regular r:id="rId27"/>
      <p:bold r:id="rId28"/>
      <p:italic r:id="rId29"/>
      <p:boldItalic r:id="rId30"/>
    </p:embeddedFont>
    <p:embeddedFont>
      <p:font typeface="Hanken Grotesk SemiBold"/>
      <p:regular r:id="rId31"/>
      <p:bold r:id="rId32"/>
      <p:italic r:id="rId33"/>
      <p:boldItalic r:id="rId34"/>
    </p:embeddedFont>
    <p:embeddedFont>
      <p:font typeface="Neuton"/>
      <p:regular r:id="rId35"/>
      <p:bold r:id="rId36"/>
      <p:italic r:id="rId37"/>
    </p:embeddedFont>
    <p:embeddedFont>
      <p:font typeface="Hanken Grotesk Light"/>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ankenGroteskLight-italic.fntdata"/><Relationship Id="rId20" Type="http://schemas.openxmlformats.org/officeDocument/2006/relationships/font" Target="fonts/HankenGroteskMedium-regular.fntdata"/><Relationship Id="rId41" Type="http://schemas.openxmlformats.org/officeDocument/2006/relationships/font" Target="fonts/HankenGroteskLight-boldItalic.fntdata"/><Relationship Id="rId22" Type="http://schemas.openxmlformats.org/officeDocument/2006/relationships/font" Target="fonts/HankenGroteskMedium-italic.fntdata"/><Relationship Id="rId21" Type="http://schemas.openxmlformats.org/officeDocument/2006/relationships/font" Target="fonts/HankenGroteskMedium-bold.fntdata"/><Relationship Id="rId24" Type="http://schemas.openxmlformats.org/officeDocument/2006/relationships/font" Target="fonts/NeutonLight-regular.fntdata"/><Relationship Id="rId23" Type="http://schemas.openxmlformats.org/officeDocument/2006/relationships/font" Target="fonts/HankenGroteskMedium-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NeutonLight-boldItalic.fntdata"/><Relationship Id="rId25" Type="http://schemas.openxmlformats.org/officeDocument/2006/relationships/font" Target="fonts/NeutonLight-bold.fntdata"/><Relationship Id="rId28" Type="http://schemas.openxmlformats.org/officeDocument/2006/relationships/font" Target="fonts/HankenGrotesk-bold.fntdata"/><Relationship Id="rId27" Type="http://schemas.openxmlformats.org/officeDocument/2006/relationships/font" Target="fonts/HankenGrotesk-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HankenGrotesk-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ankenGroteskSemiBold-regular.fntdata"/><Relationship Id="rId30" Type="http://schemas.openxmlformats.org/officeDocument/2006/relationships/font" Target="fonts/HankenGrotesk-boldItalic.fntdata"/><Relationship Id="rId11" Type="http://schemas.openxmlformats.org/officeDocument/2006/relationships/slide" Target="slides/slide5.xml"/><Relationship Id="rId33" Type="http://schemas.openxmlformats.org/officeDocument/2006/relationships/font" Target="fonts/HankenGroteskSemiBold-italic.fntdata"/><Relationship Id="rId10" Type="http://schemas.openxmlformats.org/officeDocument/2006/relationships/slide" Target="slides/slide4.xml"/><Relationship Id="rId32" Type="http://schemas.openxmlformats.org/officeDocument/2006/relationships/font" Target="fonts/HankenGroteskSemiBold-bold.fntdata"/><Relationship Id="rId13" Type="http://schemas.openxmlformats.org/officeDocument/2006/relationships/slide" Target="slides/slide7.xml"/><Relationship Id="rId35" Type="http://schemas.openxmlformats.org/officeDocument/2006/relationships/font" Target="fonts/Neuton-regular.fntdata"/><Relationship Id="rId12" Type="http://schemas.openxmlformats.org/officeDocument/2006/relationships/slide" Target="slides/slide6.xml"/><Relationship Id="rId34" Type="http://schemas.openxmlformats.org/officeDocument/2006/relationships/font" Target="fonts/HankenGroteskSemiBold-boldItalic.fntdata"/><Relationship Id="rId15" Type="http://schemas.openxmlformats.org/officeDocument/2006/relationships/slide" Target="slides/slide9.xml"/><Relationship Id="rId37" Type="http://schemas.openxmlformats.org/officeDocument/2006/relationships/font" Target="fonts/Neuton-italic.fntdata"/><Relationship Id="rId14" Type="http://schemas.openxmlformats.org/officeDocument/2006/relationships/slide" Target="slides/slide8.xml"/><Relationship Id="rId36" Type="http://schemas.openxmlformats.org/officeDocument/2006/relationships/font" Target="fonts/Neuton-bold.fntdata"/><Relationship Id="rId17" Type="http://schemas.openxmlformats.org/officeDocument/2006/relationships/slide" Target="slides/slide11.xml"/><Relationship Id="rId39" Type="http://schemas.openxmlformats.org/officeDocument/2006/relationships/font" Target="fonts/HankenGroteskLight-bold.fntdata"/><Relationship Id="rId16" Type="http://schemas.openxmlformats.org/officeDocument/2006/relationships/slide" Target="slides/slide10.xml"/><Relationship Id="rId38" Type="http://schemas.openxmlformats.org/officeDocument/2006/relationships/font" Target="fonts/HankenGroteskLight-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a8dd50874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3a8dd50874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t>Melani</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a8dd50874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a8dd50874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t>Melani</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a8dd50874d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a8dd50874d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t>Melani</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a8dd50874d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3a8dd50874d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t>Melani</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a8dd50874d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3a8dd50874d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t>Hunter</a:t>
            </a:r>
            <a:endParaRPr/>
          </a:p>
          <a:p>
            <a:pPr indent="0" lvl="0" marL="0" rtl="0" algn="l">
              <a:spcBef>
                <a:spcPts val="0"/>
              </a:spcBef>
              <a:spcAft>
                <a:spcPts val="0"/>
              </a:spcAft>
              <a:buClr>
                <a:schemeClr val="dk1"/>
              </a:buClr>
              <a:buSzPts val="1100"/>
              <a:buFont typeface="Arial"/>
              <a:buNone/>
            </a:pPr>
            <a:r>
              <a:rPr lang="en"/>
              <a:t>D</a:t>
            </a:r>
            <a:r>
              <a:rPr lang="en"/>
              <a:t>ecides how many impressions each advertiser gets on each site.</a:t>
            </a:r>
            <a:br>
              <a:rPr lang="en"/>
            </a:br>
            <a:endParaRPr/>
          </a:p>
          <a:p>
            <a:pPr indent="0" lvl="0" marL="0" rtl="0" algn="l">
              <a:spcBef>
                <a:spcPts val="0"/>
              </a:spcBef>
              <a:spcAft>
                <a:spcPts val="0"/>
              </a:spcAft>
              <a:buClr>
                <a:schemeClr val="dk1"/>
              </a:buClr>
              <a:buSzPts val="1100"/>
              <a:buFont typeface="Arial"/>
              <a:buNone/>
            </a:pPr>
            <a:r>
              <a:rPr lang="en"/>
              <a:t>The old heuristic leaves some advertiser contracts unmet and only uses about 96% of our capacity.</a:t>
            </a:r>
            <a:endParaRPr/>
          </a:p>
          <a:p>
            <a:pPr indent="0" lvl="0" marL="0" rtl="0" algn="l">
              <a:spcBef>
                <a:spcPts val="0"/>
              </a:spcBef>
              <a:spcAft>
                <a:spcPts val="0"/>
              </a:spcAft>
              <a:buClr>
                <a:schemeClr val="dk1"/>
              </a:buClr>
              <a:buSzPts val="1100"/>
              <a:buFont typeface="Arial"/>
              <a:buNone/>
            </a:pPr>
            <a:r>
              <a:rPr lang="en"/>
              <a:t>The optimized model uses 100% of inventory, meets all min/max and website requirements, and increases gross revenue from about $67K to almost $80K</a:t>
            </a:r>
            <a:endParaRPr/>
          </a:p>
          <a:p>
            <a:pPr indent="0" lvl="0" marL="0" rtl="0" algn="l">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a8dd50874d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3a8dd50874d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solidFill>
                  <a:schemeClr val="dk1"/>
                </a:solidFill>
              </a:rPr>
              <a:t>Hunter</a:t>
            </a:r>
            <a:endParaRPr>
              <a:solidFill>
                <a:schemeClr val="dk1"/>
              </a:solidFill>
            </a:endParaRPr>
          </a:p>
          <a:p>
            <a:pPr indent="0" lvl="0" marL="0" rtl="0" algn="l">
              <a:spcBef>
                <a:spcPts val="0"/>
              </a:spcBef>
              <a:spcAft>
                <a:spcPts val="0"/>
              </a:spcAft>
              <a:buSzPts val="1100"/>
              <a:buNone/>
            </a:pPr>
            <a:r>
              <a:rPr lang="en">
                <a:solidFill>
                  <a:schemeClr val="dk1"/>
                </a:solidFill>
              </a:rPr>
              <a:t>Both approaches start from the </a:t>
            </a:r>
            <a:r>
              <a:rPr b="1" lang="en">
                <a:solidFill>
                  <a:schemeClr val="dk1"/>
                </a:solidFill>
              </a:rPr>
              <a:t>same allocation</a:t>
            </a:r>
            <a:r>
              <a:rPr lang="en">
                <a:solidFill>
                  <a:schemeClr val="dk1"/>
                </a:solidFill>
              </a:rPr>
              <a:t> – how many impressions each advertiser gets on each site – and just change the </a:t>
            </a:r>
            <a:r>
              <a:rPr b="1" lang="en">
                <a:solidFill>
                  <a:schemeClr val="dk1"/>
                </a:solidFill>
              </a:rPr>
              <a:t>sequence</a:t>
            </a:r>
            <a:r>
              <a:rPr lang="en">
                <a:solidFill>
                  <a:schemeClr val="dk1"/>
                </a:solidFill>
              </a:rPr>
              <a:t> of ads.”</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lang="en">
                <a:solidFill>
                  <a:schemeClr val="dk1"/>
                </a:solidFill>
              </a:rPr>
              <a:t>the </a:t>
            </a:r>
            <a:r>
              <a:rPr b="1" lang="en">
                <a:solidFill>
                  <a:schemeClr val="dk1"/>
                </a:solidFill>
              </a:rPr>
              <a:t>impression mismatch is zero</a:t>
            </a:r>
            <a:r>
              <a:rPr lang="en">
                <a:solidFill>
                  <a:schemeClr val="dk1"/>
                </a:solidFill>
              </a:rPr>
              <a:t> for both heuristic and optimized ordering. That means ordering never changes how many impressions we deliver; it just rearranges them in time, which is exactly what we want.</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lang="en">
                <a:solidFill>
                  <a:schemeClr val="dk1"/>
                </a:solidFill>
              </a:rPr>
              <a:t>Where the optimized approach helps is </a:t>
            </a:r>
            <a:r>
              <a:rPr b="1" lang="en">
                <a:solidFill>
                  <a:schemeClr val="dk1"/>
                </a:solidFill>
              </a:rPr>
              <a:t>competitor adjacency</a:t>
            </a:r>
            <a:r>
              <a:rPr lang="en">
                <a:solidFill>
                  <a:schemeClr val="dk1"/>
                </a:solidFill>
              </a:rPr>
              <a:t>. The heuristic ordering has </a:t>
            </a:r>
            <a:r>
              <a:rPr b="1" lang="en">
                <a:solidFill>
                  <a:schemeClr val="dk1"/>
                </a:solidFill>
              </a:rPr>
              <a:t>680</a:t>
            </a:r>
            <a:r>
              <a:rPr lang="en">
                <a:solidFill>
                  <a:schemeClr val="dk1"/>
                </a:solidFill>
              </a:rPr>
              <a:t> competitor adjacency violations; our optimized ordering brings that down to </a:t>
            </a:r>
            <a:r>
              <a:rPr b="1" lang="en">
                <a:solidFill>
                  <a:schemeClr val="dk1"/>
                </a:solidFill>
              </a:rPr>
              <a:t>466</a:t>
            </a:r>
            <a:r>
              <a:rPr lang="en">
                <a:solidFill>
                  <a:schemeClr val="dk1"/>
                </a:solidFill>
              </a:rPr>
              <a:t>, about a </a:t>
            </a:r>
            <a:r>
              <a:rPr b="1" lang="en">
                <a:solidFill>
                  <a:schemeClr val="dk1"/>
                </a:solidFill>
              </a:rPr>
              <a:t>31% reduction</a:t>
            </a:r>
            <a:r>
              <a:rPr lang="en">
                <a:solidFill>
                  <a:schemeClr val="dk1"/>
                </a:solidFill>
              </a:rPr>
              <a:t> in direct back-to-back competitor exposures.</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lang="en">
                <a:solidFill>
                  <a:schemeClr val="dk1"/>
                </a:solidFill>
              </a:rPr>
              <a:t>However, the </a:t>
            </a:r>
            <a:r>
              <a:rPr b="1" lang="en">
                <a:solidFill>
                  <a:schemeClr val="dk1"/>
                </a:solidFill>
              </a:rPr>
              <a:t>number of websites with at least one violation stays at 73</a:t>
            </a:r>
            <a:r>
              <a:rPr lang="en">
                <a:solidFill>
                  <a:schemeClr val="dk1"/>
                </a:solidFill>
              </a:rPr>
              <a:t> in both cases. So we’ve reduced the </a:t>
            </a:r>
            <a:r>
              <a:rPr i="1" lang="en">
                <a:solidFill>
                  <a:schemeClr val="dk1"/>
                </a:solidFill>
              </a:rPr>
              <a:t>severity</a:t>
            </a:r>
            <a:r>
              <a:rPr lang="en">
                <a:solidFill>
                  <a:schemeClr val="dk1"/>
                </a:solidFill>
              </a:rPr>
              <a:t> of conflicts on many sites, but most of the same sites are still ‘dirty’ under the current allocation</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lang="en">
                <a:solidFill>
                  <a:schemeClr val="dk1"/>
                </a:solidFill>
              </a:rPr>
              <a:t>Because AdStream’s penalty is </a:t>
            </a:r>
            <a:r>
              <a:rPr b="1" lang="en">
                <a:solidFill>
                  <a:schemeClr val="dk1"/>
                </a:solidFill>
              </a:rPr>
              <a:t>all-or-nothing per website</a:t>
            </a:r>
            <a:r>
              <a:rPr lang="en">
                <a:solidFill>
                  <a:schemeClr val="dk1"/>
                </a:solidFill>
              </a:rPr>
              <a:t>—any violation triggers a 20% discount on that whole site—this means </a:t>
            </a:r>
            <a:r>
              <a:rPr b="1" lang="en">
                <a:solidFill>
                  <a:schemeClr val="dk1"/>
                </a:solidFill>
              </a:rPr>
              <a:t>penalized revenue is basically identical</a:t>
            </a:r>
            <a:r>
              <a:rPr lang="en">
                <a:solidFill>
                  <a:schemeClr val="dk1"/>
                </a:solidFill>
              </a:rPr>
              <a:t> for the heuristic and optimized orderings, even though we’ve made the sequences cleaner.”</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lang="en">
                <a:solidFill>
                  <a:schemeClr val="dk1"/>
                </a:solidFill>
              </a:rPr>
              <a:t>So the takeaway for Stage 2 is: ordering clearly improves </a:t>
            </a:r>
            <a:r>
              <a:rPr b="1" lang="en">
                <a:solidFill>
                  <a:schemeClr val="dk1"/>
                </a:solidFill>
              </a:rPr>
              <a:t>brand-safety quality</a:t>
            </a:r>
            <a:r>
              <a:rPr lang="en">
                <a:solidFill>
                  <a:schemeClr val="dk1"/>
                </a:solidFill>
              </a:rPr>
              <a:t> by cutting conflict points, but to materially reduce fines we’d need to either (1) change how we allocate ads across sites in Stage 1, or (2) make the penalty model more sensitive to the </a:t>
            </a:r>
            <a:r>
              <a:rPr i="1" lang="en">
                <a:solidFill>
                  <a:schemeClr val="dk1"/>
                </a:solidFill>
              </a:rPr>
              <a:t>number</a:t>
            </a:r>
            <a:r>
              <a:rPr lang="en">
                <a:solidFill>
                  <a:schemeClr val="dk1"/>
                </a:solidFill>
              </a:rPr>
              <a:t> of violations rather than just ‘any vs none’ on a site.”</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a96e5d728c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3a96e5d728c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96e5d728c_2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3a96e5d728c_2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a8dd50874d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3a8dd50874d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a8dd50874d_1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3a8dd50874d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a95ed9f62c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3a95ed9f62c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a96e5d728c_2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3a96e5d728c_2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
                <a:solidFill>
                  <a:schemeClr val="dk1"/>
                </a:solidFill>
              </a:rPr>
              <a:t>Hunter</a:t>
            </a:r>
            <a:br>
              <a:rPr b="1" lang="en">
                <a:solidFill>
                  <a:schemeClr val="dk1"/>
                </a:solidFill>
              </a:rPr>
            </a:br>
            <a:r>
              <a:rPr b="1" lang="en">
                <a:solidFill>
                  <a:schemeClr val="dk1"/>
                </a:solidFill>
              </a:rPr>
              <a:t>Refine penalty model (future work):</a:t>
            </a:r>
            <a:r>
              <a:rPr lang="en">
                <a:solidFill>
                  <a:schemeClr val="dk1"/>
                </a:solidFill>
              </a:rPr>
              <a:t> A more nuanced penalty scheme (e.g., proportional to number of conflicts rather than all-or-nothing per website) could better reward our improved ordering and give clearer business control over the revenue–risk trade-off.</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a8dd50874d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0" name="Google Shape;830;g3a8dd50874d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Background">
  <p:cSld name="CUSTOM">
    <p:bg>
      <p:bgPr>
        <a:solidFill>
          <a:schemeClr val="dk2"/>
        </a:solidFill>
      </p:bgPr>
    </p:bg>
    <p:spTree>
      <p:nvGrpSpPr>
        <p:cNvPr id="54" name="Shape 54"/>
        <p:cNvGrpSpPr/>
        <p:nvPr/>
      </p:nvGrpSpPr>
      <p:grpSpPr>
        <a:xfrm>
          <a:off x="0" y="0"/>
          <a:ext cx="0" cy="0"/>
          <a:chOff x="0" y="0"/>
          <a:chExt cx="0" cy="0"/>
        </a:xfrm>
      </p:grpSpPr>
      <p:sp>
        <p:nvSpPr>
          <p:cNvPr id="55" name="Google Shape;55;p14"/>
          <p:cNvSpPr/>
          <p:nvPr/>
        </p:nvSpPr>
        <p:spPr>
          <a:xfrm>
            <a:off x="-2450" y="486600"/>
            <a:ext cx="9144000" cy="46569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cxnSp>
        <p:nvCxnSpPr>
          <p:cNvPr id="56" name="Google Shape;56;p14"/>
          <p:cNvCxnSpPr/>
          <p:nvPr/>
        </p:nvCxnSpPr>
        <p:spPr>
          <a:xfrm rot="10800000">
            <a:off x="593700" y="3671900"/>
            <a:ext cx="7948200" cy="0"/>
          </a:xfrm>
          <a:prstGeom prst="straightConnector1">
            <a:avLst/>
          </a:prstGeom>
          <a:noFill/>
          <a:ln cap="flat" cmpd="sng" w="9525">
            <a:solidFill>
              <a:schemeClr val="dk1"/>
            </a:solidFill>
            <a:prstDash val="solid"/>
            <a:round/>
            <a:headEnd len="sm" w="sm" type="none"/>
            <a:tailEnd len="sm" w="sm" type="none"/>
          </a:ln>
        </p:spPr>
      </p:cxnSp>
      <p:sp>
        <p:nvSpPr>
          <p:cNvPr id="57" name="Google Shape;57;p14"/>
          <p:cNvSpPr txBox="1"/>
          <p:nvPr>
            <p:ph type="title"/>
          </p:nvPr>
        </p:nvSpPr>
        <p:spPr>
          <a:xfrm>
            <a:off x="593175" y="486000"/>
            <a:ext cx="7916400" cy="27432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p:txBody>
      </p:sp>
      <p:sp>
        <p:nvSpPr>
          <p:cNvPr id="58" name="Google Shape;58;p14"/>
          <p:cNvSpPr txBox="1"/>
          <p:nvPr>
            <p:ph idx="1" type="body"/>
          </p:nvPr>
        </p:nvSpPr>
        <p:spPr>
          <a:xfrm>
            <a:off x="575438" y="4387200"/>
            <a:ext cx="2919600" cy="648000"/>
          </a:xfrm>
          <a:prstGeom prst="rect">
            <a:avLst/>
          </a:prstGeom>
        </p:spPr>
        <p:txBody>
          <a:bodyPr anchorCtr="0" anchor="t" bIns="91425" lIns="0" spcFirstLastPara="1" rIns="0" wrap="square" tIns="0">
            <a:normAutofit/>
          </a:bodyPr>
          <a:lstStyle>
            <a:lvl1pPr indent="-292100" lvl="0" marL="457200">
              <a:spcBef>
                <a:spcPts val="0"/>
              </a:spcBef>
              <a:spcAft>
                <a:spcPts val="0"/>
              </a:spcAft>
              <a:buSzPts val="1000"/>
              <a:buFont typeface="Hanken Grotesk"/>
              <a:buChar char="●"/>
              <a:defRPr/>
            </a:lvl1pPr>
            <a:lvl2pPr indent="-292100" lvl="1" marL="914400">
              <a:spcBef>
                <a:spcPts val="0"/>
              </a:spcBef>
              <a:spcAft>
                <a:spcPts val="0"/>
              </a:spcAft>
              <a:buSzPts val="1000"/>
              <a:buFont typeface="Hanken Grotesk"/>
              <a:buChar char="○"/>
              <a:defRPr/>
            </a:lvl2pPr>
            <a:lvl3pPr indent="-292100" lvl="2" marL="1371600">
              <a:spcBef>
                <a:spcPts val="0"/>
              </a:spcBef>
              <a:spcAft>
                <a:spcPts val="0"/>
              </a:spcAft>
              <a:buSzPts val="1000"/>
              <a:buFont typeface="Hanken Grotesk"/>
              <a:buChar char="■"/>
              <a:defRPr/>
            </a:lvl3pPr>
            <a:lvl4pPr indent="-292100" lvl="3" marL="1828800">
              <a:spcBef>
                <a:spcPts val="0"/>
              </a:spcBef>
              <a:spcAft>
                <a:spcPts val="0"/>
              </a:spcAft>
              <a:buSzPts val="1000"/>
              <a:buFont typeface="Hanken Grotesk"/>
              <a:buChar char="●"/>
              <a:defRPr/>
            </a:lvl4pPr>
            <a:lvl5pPr indent="-292100" lvl="4" marL="2286000">
              <a:spcBef>
                <a:spcPts val="0"/>
              </a:spcBef>
              <a:spcAft>
                <a:spcPts val="0"/>
              </a:spcAft>
              <a:buSzPts val="1000"/>
              <a:buFont typeface="Hanken Grotesk"/>
              <a:buChar char="○"/>
              <a:defRPr/>
            </a:lvl5pPr>
            <a:lvl6pPr indent="-292100" lvl="5" marL="2743200">
              <a:spcBef>
                <a:spcPts val="0"/>
              </a:spcBef>
              <a:spcAft>
                <a:spcPts val="0"/>
              </a:spcAft>
              <a:buSzPts val="1000"/>
              <a:buFont typeface="Hanken Grotesk"/>
              <a:buChar char="■"/>
              <a:defRPr/>
            </a:lvl6pPr>
            <a:lvl7pPr indent="-292100" lvl="6" marL="3200400">
              <a:spcBef>
                <a:spcPts val="0"/>
              </a:spcBef>
              <a:spcAft>
                <a:spcPts val="0"/>
              </a:spcAft>
              <a:buSzPts val="1000"/>
              <a:buFont typeface="Hanken Grotesk"/>
              <a:buChar char="●"/>
              <a:defRPr/>
            </a:lvl7pPr>
            <a:lvl8pPr indent="-292100" lvl="7" marL="3657600">
              <a:spcBef>
                <a:spcPts val="0"/>
              </a:spcBef>
              <a:spcAft>
                <a:spcPts val="0"/>
              </a:spcAft>
              <a:buSzPts val="1000"/>
              <a:buFont typeface="Hanken Grotesk"/>
              <a:buChar char="○"/>
              <a:defRPr/>
            </a:lvl8pPr>
            <a:lvl9pPr indent="-292100" lvl="8" marL="4114800">
              <a:spcBef>
                <a:spcPts val="0"/>
              </a:spcBef>
              <a:spcAft>
                <a:spcPts val="0"/>
              </a:spcAft>
              <a:buSzPts val="1000"/>
              <a:buFont typeface="Hanken Grotesk"/>
              <a:buChar char="■"/>
              <a:defRPr/>
            </a:lvl9pPr>
          </a:lstStyle>
          <a:p/>
        </p:txBody>
      </p:sp>
      <p:sp>
        <p:nvSpPr>
          <p:cNvPr id="59" name="Google Shape;59;p14"/>
          <p:cNvSpPr txBox="1"/>
          <p:nvPr>
            <p:ph idx="2" type="subTitle"/>
          </p:nvPr>
        </p:nvSpPr>
        <p:spPr>
          <a:xfrm>
            <a:off x="1284638" y="214800"/>
            <a:ext cx="1501200" cy="183600"/>
          </a:xfrm>
          <a:prstGeom prst="rect">
            <a:avLst/>
          </a:prstGeom>
        </p:spPr>
        <p:txBody>
          <a:bodyPr anchorCtr="0" anchor="ctr" bIns="0" lIns="0" spcFirstLastPara="1" rIns="0" wrap="square" tIns="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14"/>
          <p:cNvSpPr txBox="1"/>
          <p:nvPr>
            <p:ph idx="3" type="subTitle"/>
          </p:nvPr>
        </p:nvSpPr>
        <p:spPr>
          <a:xfrm>
            <a:off x="5539488" y="4387200"/>
            <a:ext cx="1501200" cy="183600"/>
          </a:xfrm>
          <a:prstGeom prst="rect">
            <a:avLst/>
          </a:prstGeom>
        </p:spPr>
        <p:txBody>
          <a:bodyPr anchorCtr="0" anchor="ctr" bIns="0" lIns="0" spcFirstLastPara="1" rIns="0" wrap="square" tIns="0">
            <a:normAutofit/>
          </a:bodyPr>
          <a:lstStyle>
            <a:lvl1pPr lvl="0" algn="r">
              <a:spcBef>
                <a:spcPts val="0"/>
              </a:spcBef>
              <a:spcAft>
                <a:spcPts val="0"/>
              </a:spcAft>
              <a:buSzPts val="1200"/>
              <a:buFont typeface="Hanken Grotesk"/>
              <a:buNone/>
              <a:defRPr sz="12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61" name="Google Shape;61;p14"/>
          <p:cNvSpPr txBox="1"/>
          <p:nvPr>
            <p:ph idx="4" type="subTitle"/>
          </p:nvPr>
        </p:nvSpPr>
        <p:spPr>
          <a:xfrm>
            <a:off x="7040700" y="4387200"/>
            <a:ext cx="1501200" cy="183600"/>
          </a:xfrm>
          <a:prstGeom prst="rect">
            <a:avLst/>
          </a:prstGeom>
        </p:spPr>
        <p:txBody>
          <a:bodyPr anchorCtr="0" anchor="ctr" bIns="0" lIns="0" spcFirstLastPara="1" rIns="0" wrap="square" tIns="0">
            <a:normAutofit/>
          </a:bodyPr>
          <a:lstStyle>
            <a:lvl1pPr lvl="0" algn="r">
              <a:spcBef>
                <a:spcPts val="0"/>
              </a:spcBef>
              <a:spcAft>
                <a:spcPts val="0"/>
              </a:spcAft>
              <a:buSzPts val="1200"/>
              <a:buFont typeface="Hanken Grotesk"/>
              <a:buNone/>
              <a:defRPr sz="12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CUSTOM_7_1_1_1_1_1_1_1_1_1_1_1_1_1_1_1_1_1">
    <p:spTree>
      <p:nvGrpSpPr>
        <p:cNvPr id="62" name="Shape 62"/>
        <p:cNvGrpSpPr/>
        <p:nvPr/>
      </p:nvGrpSpPr>
      <p:grpSpPr>
        <a:xfrm>
          <a:off x="0" y="0"/>
          <a:ext cx="0" cy="0"/>
          <a:chOff x="0" y="0"/>
          <a:chExt cx="0" cy="0"/>
        </a:xfrm>
      </p:grpSpPr>
      <p:sp>
        <p:nvSpPr>
          <p:cNvPr id="63" name="Google Shape;63;p15"/>
          <p:cNvSpPr txBox="1"/>
          <p:nvPr>
            <p:ph idx="1" type="subTitle"/>
          </p:nvPr>
        </p:nvSpPr>
        <p:spPr>
          <a:xfrm>
            <a:off x="4322100" y="47000"/>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64" name="Google Shape;64;p15"/>
          <p:cNvSpPr txBox="1"/>
          <p:nvPr>
            <p:ph idx="2" type="subTitle"/>
          </p:nvPr>
        </p:nvSpPr>
        <p:spPr>
          <a:xfrm>
            <a:off x="4322100" y="538525"/>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65" name="Google Shape;65;p15"/>
          <p:cNvSpPr txBox="1"/>
          <p:nvPr>
            <p:ph idx="3" type="subTitle"/>
          </p:nvPr>
        </p:nvSpPr>
        <p:spPr>
          <a:xfrm>
            <a:off x="4322100" y="1061300"/>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66" name="Google Shape;66;p15"/>
          <p:cNvSpPr txBox="1"/>
          <p:nvPr>
            <p:ph idx="4" type="subTitle"/>
          </p:nvPr>
        </p:nvSpPr>
        <p:spPr>
          <a:xfrm>
            <a:off x="4322100" y="156021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67" name="Google Shape;67;p15"/>
          <p:cNvSpPr txBox="1"/>
          <p:nvPr>
            <p:ph idx="5" type="subTitle"/>
          </p:nvPr>
        </p:nvSpPr>
        <p:spPr>
          <a:xfrm>
            <a:off x="4322100" y="209436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68" name="Google Shape;68;p15"/>
          <p:cNvSpPr txBox="1"/>
          <p:nvPr>
            <p:ph idx="6" type="subTitle"/>
          </p:nvPr>
        </p:nvSpPr>
        <p:spPr>
          <a:xfrm>
            <a:off x="4322100" y="260531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69" name="Google Shape;69;p15"/>
          <p:cNvSpPr txBox="1"/>
          <p:nvPr>
            <p:ph idx="7" type="subTitle"/>
          </p:nvPr>
        </p:nvSpPr>
        <p:spPr>
          <a:xfrm>
            <a:off x="4322100" y="312011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70" name="Google Shape;70;p15"/>
          <p:cNvSpPr txBox="1"/>
          <p:nvPr>
            <p:ph idx="8" type="subTitle"/>
          </p:nvPr>
        </p:nvSpPr>
        <p:spPr>
          <a:xfrm>
            <a:off x="4322100" y="3634825"/>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71" name="Google Shape;71;p15"/>
          <p:cNvSpPr txBox="1"/>
          <p:nvPr>
            <p:ph idx="9" type="subTitle"/>
          </p:nvPr>
        </p:nvSpPr>
        <p:spPr>
          <a:xfrm>
            <a:off x="4322100" y="4152488"/>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72" name="Google Shape;72;p15"/>
          <p:cNvSpPr txBox="1"/>
          <p:nvPr>
            <p:ph idx="13" type="subTitle"/>
          </p:nvPr>
        </p:nvSpPr>
        <p:spPr>
          <a:xfrm>
            <a:off x="4322100" y="4667200"/>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73" name="Google Shape;73;p15"/>
          <p:cNvSpPr txBox="1"/>
          <p:nvPr>
            <p:ph idx="14" type="subTitle"/>
          </p:nvPr>
        </p:nvSpPr>
        <p:spPr>
          <a:xfrm>
            <a:off x="8440475" y="35300"/>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74" name="Google Shape;74;p15"/>
          <p:cNvSpPr txBox="1"/>
          <p:nvPr>
            <p:ph idx="15" type="subTitle"/>
          </p:nvPr>
        </p:nvSpPr>
        <p:spPr>
          <a:xfrm>
            <a:off x="8440475" y="526825"/>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75" name="Google Shape;75;p15"/>
          <p:cNvSpPr txBox="1"/>
          <p:nvPr>
            <p:ph idx="16" type="subTitle"/>
          </p:nvPr>
        </p:nvSpPr>
        <p:spPr>
          <a:xfrm>
            <a:off x="8440475" y="1049600"/>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76" name="Google Shape;76;p15"/>
          <p:cNvSpPr txBox="1"/>
          <p:nvPr>
            <p:ph idx="17" type="subTitle"/>
          </p:nvPr>
        </p:nvSpPr>
        <p:spPr>
          <a:xfrm>
            <a:off x="8440475" y="154851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77" name="Google Shape;77;p15"/>
          <p:cNvSpPr txBox="1"/>
          <p:nvPr>
            <p:ph idx="18" type="subTitle"/>
          </p:nvPr>
        </p:nvSpPr>
        <p:spPr>
          <a:xfrm>
            <a:off x="8440475" y="208266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78" name="Google Shape;78;p15"/>
          <p:cNvSpPr txBox="1"/>
          <p:nvPr>
            <p:ph idx="19" type="subTitle"/>
          </p:nvPr>
        </p:nvSpPr>
        <p:spPr>
          <a:xfrm>
            <a:off x="8440475" y="259361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79" name="Google Shape;79;p15"/>
          <p:cNvSpPr txBox="1"/>
          <p:nvPr>
            <p:ph idx="20" type="subTitle"/>
          </p:nvPr>
        </p:nvSpPr>
        <p:spPr>
          <a:xfrm>
            <a:off x="8440475" y="310841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80" name="Google Shape;80;p15"/>
          <p:cNvSpPr txBox="1"/>
          <p:nvPr>
            <p:ph idx="21" type="subTitle"/>
          </p:nvPr>
        </p:nvSpPr>
        <p:spPr>
          <a:xfrm>
            <a:off x="8440475" y="3623125"/>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81" name="Google Shape;81;p15"/>
          <p:cNvSpPr txBox="1"/>
          <p:nvPr>
            <p:ph idx="22" type="subTitle"/>
          </p:nvPr>
        </p:nvSpPr>
        <p:spPr>
          <a:xfrm>
            <a:off x="8440475" y="4140788"/>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82" name="Google Shape;82;p15"/>
          <p:cNvSpPr txBox="1"/>
          <p:nvPr>
            <p:ph idx="23" type="subTitle"/>
          </p:nvPr>
        </p:nvSpPr>
        <p:spPr>
          <a:xfrm>
            <a:off x="8440475" y="4655500"/>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83" name="Google Shape;83;p15"/>
          <p:cNvSpPr txBox="1"/>
          <p:nvPr>
            <p:ph type="title"/>
          </p:nvPr>
        </p:nvSpPr>
        <p:spPr>
          <a:xfrm>
            <a:off x="594025" y="184702"/>
            <a:ext cx="3696300" cy="153900"/>
          </a:xfrm>
          <a:prstGeom prst="rect">
            <a:avLst/>
          </a:prstGeom>
        </p:spPr>
        <p:txBody>
          <a:bodyPr anchorCtr="0" anchor="ctr" bIns="0" lIns="0" spcFirstLastPara="1" rIns="0" wrap="square" tIns="0">
            <a:normAutofit/>
          </a:bodyPr>
          <a:lstStyle>
            <a:lvl1pPr lvl="0">
              <a:spcBef>
                <a:spcPts val="0"/>
              </a:spcBef>
              <a:spcAft>
                <a:spcPts val="0"/>
              </a:spcAft>
              <a:buSzPts val="1000"/>
              <a:buFont typeface="Hanken Grotesk"/>
              <a:buNone/>
              <a:defRPr b="1" sz="1000">
                <a:latin typeface="Hanken Grotesk"/>
                <a:ea typeface="Hanken Grotesk"/>
                <a:cs typeface="Hanken Grotesk"/>
                <a:sym typeface="Hanken Grotesk"/>
              </a:defRPr>
            </a:lvl1pPr>
            <a:lvl2pPr lvl="1">
              <a:spcBef>
                <a:spcPts val="0"/>
              </a:spcBef>
              <a:spcAft>
                <a:spcPts val="0"/>
              </a:spcAft>
              <a:buSzPts val="1000"/>
              <a:buFont typeface="Hanken Grotesk"/>
              <a:buNone/>
              <a:defRPr b="1" sz="1000">
                <a:latin typeface="Hanken Grotesk"/>
                <a:ea typeface="Hanken Grotesk"/>
                <a:cs typeface="Hanken Grotesk"/>
                <a:sym typeface="Hanken Grotesk"/>
              </a:defRPr>
            </a:lvl2pPr>
            <a:lvl3pPr lvl="2">
              <a:spcBef>
                <a:spcPts val="0"/>
              </a:spcBef>
              <a:spcAft>
                <a:spcPts val="0"/>
              </a:spcAft>
              <a:buSzPts val="1000"/>
              <a:buFont typeface="Hanken Grotesk"/>
              <a:buNone/>
              <a:defRPr b="1" sz="1000">
                <a:latin typeface="Hanken Grotesk"/>
                <a:ea typeface="Hanken Grotesk"/>
                <a:cs typeface="Hanken Grotesk"/>
                <a:sym typeface="Hanken Grotesk"/>
              </a:defRPr>
            </a:lvl3pPr>
            <a:lvl4pPr lvl="3">
              <a:spcBef>
                <a:spcPts val="0"/>
              </a:spcBef>
              <a:spcAft>
                <a:spcPts val="0"/>
              </a:spcAft>
              <a:buSzPts val="1000"/>
              <a:buFont typeface="Hanken Grotesk"/>
              <a:buNone/>
              <a:defRPr b="1" sz="1000">
                <a:latin typeface="Hanken Grotesk"/>
                <a:ea typeface="Hanken Grotesk"/>
                <a:cs typeface="Hanken Grotesk"/>
                <a:sym typeface="Hanken Grotesk"/>
              </a:defRPr>
            </a:lvl4pPr>
            <a:lvl5pPr lvl="4">
              <a:spcBef>
                <a:spcPts val="0"/>
              </a:spcBef>
              <a:spcAft>
                <a:spcPts val="0"/>
              </a:spcAft>
              <a:buSzPts val="1000"/>
              <a:buFont typeface="Hanken Grotesk"/>
              <a:buNone/>
              <a:defRPr b="1" sz="1000">
                <a:latin typeface="Hanken Grotesk"/>
                <a:ea typeface="Hanken Grotesk"/>
                <a:cs typeface="Hanken Grotesk"/>
                <a:sym typeface="Hanken Grotesk"/>
              </a:defRPr>
            </a:lvl5pPr>
            <a:lvl6pPr lvl="5">
              <a:spcBef>
                <a:spcPts val="0"/>
              </a:spcBef>
              <a:spcAft>
                <a:spcPts val="0"/>
              </a:spcAft>
              <a:buSzPts val="1000"/>
              <a:buFont typeface="Hanken Grotesk"/>
              <a:buNone/>
              <a:defRPr b="1" sz="1000">
                <a:latin typeface="Hanken Grotesk"/>
                <a:ea typeface="Hanken Grotesk"/>
                <a:cs typeface="Hanken Grotesk"/>
                <a:sym typeface="Hanken Grotesk"/>
              </a:defRPr>
            </a:lvl6pPr>
            <a:lvl7pPr lvl="6">
              <a:spcBef>
                <a:spcPts val="0"/>
              </a:spcBef>
              <a:spcAft>
                <a:spcPts val="0"/>
              </a:spcAft>
              <a:buSzPts val="1000"/>
              <a:buFont typeface="Hanken Grotesk"/>
              <a:buNone/>
              <a:defRPr b="1" sz="1000">
                <a:latin typeface="Hanken Grotesk"/>
                <a:ea typeface="Hanken Grotesk"/>
                <a:cs typeface="Hanken Grotesk"/>
                <a:sym typeface="Hanken Grotesk"/>
              </a:defRPr>
            </a:lvl7pPr>
            <a:lvl8pPr lvl="7">
              <a:spcBef>
                <a:spcPts val="0"/>
              </a:spcBef>
              <a:spcAft>
                <a:spcPts val="0"/>
              </a:spcAft>
              <a:buSzPts val="1000"/>
              <a:buFont typeface="Hanken Grotesk"/>
              <a:buNone/>
              <a:defRPr b="1" sz="1000">
                <a:latin typeface="Hanken Grotesk"/>
                <a:ea typeface="Hanken Grotesk"/>
                <a:cs typeface="Hanken Grotesk"/>
                <a:sym typeface="Hanken Grotesk"/>
              </a:defRPr>
            </a:lvl8pPr>
            <a:lvl9pPr lvl="8">
              <a:spcBef>
                <a:spcPts val="0"/>
              </a:spcBef>
              <a:spcAft>
                <a:spcPts val="0"/>
              </a:spcAft>
              <a:buSzPts val="1000"/>
              <a:buFont typeface="Hanken Grotesk"/>
              <a:buNone/>
              <a:defRPr b="1" sz="1000">
                <a:latin typeface="Hanken Grotesk"/>
                <a:ea typeface="Hanken Grotesk"/>
                <a:cs typeface="Hanken Grotesk"/>
                <a:sym typeface="Hanken Grotesk"/>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Folder Orange">
  <p:cSld name="CUSTOM_1">
    <p:spTree>
      <p:nvGrpSpPr>
        <p:cNvPr id="84" name="Shape 84"/>
        <p:cNvGrpSpPr/>
        <p:nvPr/>
      </p:nvGrpSpPr>
      <p:grpSpPr>
        <a:xfrm>
          <a:off x="0" y="0"/>
          <a:ext cx="0" cy="0"/>
          <a:chOff x="0" y="0"/>
          <a:chExt cx="0" cy="0"/>
        </a:xfrm>
      </p:grpSpPr>
      <p:sp>
        <p:nvSpPr>
          <p:cNvPr id="85" name="Google Shape;85;p16"/>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86" name="Google Shape;86;p16"/>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87" name="Google Shape;87;p16"/>
          <p:cNvSpPr/>
          <p:nvPr/>
        </p:nvSpPr>
        <p:spPr>
          <a:xfrm>
            <a:off x="-2450" y="486600"/>
            <a:ext cx="9144000" cy="4656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88" name="Google Shape;88;p16"/>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89" name="Google Shape;89;p16"/>
          <p:cNvSpPr txBox="1"/>
          <p:nvPr>
            <p:ph idx="4" type="subTitle"/>
          </p:nvPr>
        </p:nvSpPr>
        <p:spPr>
          <a:xfrm>
            <a:off x="57241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90" name="Google Shape;90;p16"/>
          <p:cNvSpPr txBox="1"/>
          <p:nvPr>
            <p:ph type="title"/>
          </p:nvPr>
        </p:nvSpPr>
        <p:spPr>
          <a:xfrm>
            <a:off x="1399000" y="2328176"/>
            <a:ext cx="6881700" cy="781500"/>
          </a:xfrm>
          <a:prstGeom prst="rect">
            <a:avLst/>
          </a:prstGeom>
        </p:spPr>
        <p:txBody>
          <a:bodyPr anchorCtr="0" anchor="t" bIns="0" lIns="91425" spcFirstLastPara="1" rIns="91425" wrap="square" tIns="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91" name="Google Shape;91;p16"/>
          <p:cNvSpPr txBox="1"/>
          <p:nvPr>
            <p:ph idx="5" type="title"/>
          </p:nvPr>
        </p:nvSpPr>
        <p:spPr>
          <a:xfrm>
            <a:off x="1399000" y="3779000"/>
            <a:ext cx="6881700" cy="774000"/>
          </a:xfrm>
          <a:prstGeom prst="rect">
            <a:avLst/>
          </a:prstGeom>
        </p:spPr>
        <p:txBody>
          <a:bodyPr anchorCtr="0" anchor="t" bIns="0" lIns="91425" spcFirstLastPara="1" rIns="91425" wrap="square" tIns="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92" name="Google Shape;92;p16"/>
          <p:cNvSpPr txBox="1"/>
          <p:nvPr>
            <p:ph idx="6" type="title"/>
          </p:nvPr>
        </p:nvSpPr>
        <p:spPr>
          <a:xfrm>
            <a:off x="1399000" y="858998"/>
            <a:ext cx="6881700" cy="781500"/>
          </a:xfrm>
          <a:prstGeom prst="rect">
            <a:avLst/>
          </a:prstGeom>
        </p:spPr>
        <p:txBody>
          <a:bodyPr anchorCtr="0" anchor="t" bIns="0" lIns="91425" spcFirstLastPara="1" rIns="91425" wrap="square" tIns="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93" name="Google Shape;93;p16"/>
          <p:cNvSpPr/>
          <p:nvPr/>
        </p:nvSpPr>
        <p:spPr>
          <a:xfrm>
            <a:off x="1399001" y="4559050"/>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94" name="Google Shape;94;p16"/>
          <p:cNvSpPr/>
          <p:nvPr/>
        </p:nvSpPr>
        <p:spPr>
          <a:xfrm>
            <a:off x="1399026" y="3106187"/>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95" name="Google Shape;95;p16"/>
          <p:cNvSpPr/>
          <p:nvPr/>
        </p:nvSpPr>
        <p:spPr>
          <a:xfrm>
            <a:off x="1399001" y="1640387"/>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96" name="Google Shape;96;p16"/>
          <p:cNvSpPr txBox="1"/>
          <p:nvPr>
            <p:ph idx="7" type="title"/>
          </p:nvPr>
        </p:nvSpPr>
        <p:spPr>
          <a:xfrm>
            <a:off x="1552450" y="3144818"/>
            <a:ext cx="1133400" cy="176700"/>
          </a:xfrm>
          <a:prstGeom prst="rect">
            <a:avLst/>
          </a:prstGeom>
        </p:spPr>
        <p:txBody>
          <a:bodyPr anchorCtr="0" anchor="t" bIns="91425" lIns="91425" spcFirstLastPara="1" rIns="91425" wrap="square" tIns="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p:txBody>
      </p:sp>
      <p:sp>
        <p:nvSpPr>
          <p:cNvPr id="97" name="Google Shape;97;p16"/>
          <p:cNvSpPr txBox="1"/>
          <p:nvPr>
            <p:ph idx="8" type="title"/>
          </p:nvPr>
        </p:nvSpPr>
        <p:spPr>
          <a:xfrm>
            <a:off x="1552450" y="4601474"/>
            <a:ext cx="1133400" cy="176700"/>
          </a:xfrm>
          <a:prstGeom prst="rect">
            <a:avLst/>
          </a:prstGeom>
        </p:spPr>
        <p:txBody>
          <a:bodyPr anchorCtr="0" anchor="t" bIns="91425" lIns="91425" spcFirstLastPara="1" rIns="91425" wrap="square" tIns="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p:txBody>
      </p:sp>
      <p:sp>
        <p:nvSpPr>
          <p:cNvPr id="98" name="Google Shape;98;p16"/>
          <p:cNvSpPr txBox="1"/>
          <p:nvPr>
            <p:ph idx="9" type="title"/>
          </p:nvPr>
        </p:nvSpPr>
        <p:spPr>
          <a:xfrm>
            <a:off x="1552450" y="1678277"/>
            <a:ext cx="1133400" cy="176700"/>
          </a:xfrm>
          <a:prstGeom prst="rect">
            <a:avLst/>
          </a:prstGeom>
        </p:spPr>
        <p:txBody>
          <a:bodyPr anchorCtr="0" anchor="t" bIns="91425" lIns="91425" spcFirstLastPara="1" rIns="91425" wrap="square" tIns="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p:txBody>
      </p:sp>
      <p:sp>
        <p:nvSpPr>
          <p:cNvPr id="99" name="Google Shape;99;p16"/>
          <p:cNvSpPr/>
          <p:nvPr>
            <p:ph idx="13" type="pic"/>
          </p:nvPr>
        </p:nvSpPr>
        <p:spPr>
          <a:xfrm>
            <a:off x="325850" y="928525"/>
            <a:ext cx="930900" cy="930900"/>
          </a:xfrm>
          <a:prstGeom prst="roundRect">
            <a:avLst>
              <a:gd fmla="val 12343" name="adj"/>
            </a:avLst>
          </a:prstGeom>
          <a:solidFill>
            <a:schemeClr val="lt1"/>
          </a:solidFill>
          <a:ln>
            <a:noFill/>
          </a:ln>
        </p:spPr>
      </p:sp>
      <p:sp>
        <p:nvSpPr>
          <p:cNvPr id="100" name="Google Shape;100;p16"/>
          <p:cNvSpPr/>
          <p:nvPr>
            <p:ph idx="14" type="pic"/>
          </p:nvPr>
        </p:nvSpPr>
        <p:spPr>
          <a:xfrm>
            <a:off x="325850" y="2396325"/>
            <a:ext cx="930900" cy="930900"/>
          </a:xfrm>
          <a:prstGeom prst="roundRect">
            <a:avLst>
              <a:gd fmla="val 12343" name="adj"/>
            </a:avLst>
          </a:prstGeom>
          <a:solidFill>
            <a:schemeClr val="lt1"/>
          </a:solidFill>
          <a:ln>
            <a:noFill/>
          </a:ln>
        </p:spPr>
      </p:sp>
      <p:sp>
        <p:nvSpPr>
          <p:cNvPr id="101" name="Google Shape;101;p16"/>
          <p:cNvSpPr/>
          <p:nvPr>
            <p:ph idx="15" type="pic"/>
          </p:nvPr>
        </p:nvSpPr>
        <p:spPr>
          <a:xfrm>
            <a:off x="325850" y="3849175"/>
            <a:ext cx="930900" cy="930900"/>
          </a:xfrm>
          <a:prstGeom prst="roundRect">
            <a:avLst>
              <a:gd fmla="val 12343" name="adj"/>
            </a:avLst>
          </a:prstGeom>
          <a:solidFill>
            <a:schemeClr val="lt1"/>
          </a:solidFill>
          <a:ln>
            <a:noFill/>
          </a:ln>
        </p:spPr>
      </p:sp>
      <p:sp>
        <p:nvSpPr>
          <p:cNvPr id="102" name="Google Shape;102;p16"/>
          <p:cNvSpPr txBox="1"/>
          <p:nvPr>
            <p:ph idx="16" type="body"/>
          </p:nvPr>
        </p:nvSpPr>
        <p:spPr>
          <a:xfrm>
            <a:off x="3060150" y="1598250"/>
            <a:ext cx="5311800" cy="403500"/>
          </a:xfrm>
          <a:prstGeom prst="rect">
            <a:avLst/>
          </a:prstGeom>
        </p:spPr>
        <p:txBody>
          <a:bodyPr anchorCtr="0" anchor="t" bIns="91425" lIns="91425" spcFirstLastPara="1" rIns="91425"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03" name="Google Shape;103;p16"/>
          <p:cNvSpPr txBox="1"/>
          <p:nvPr>
            <p:ph idx="17" type="body"/>
          </p:nvPr>
        </p:nvSpPr>
        <p:spPr>
          <a:xfrm>
            <a:off x="3060150" y="3108200"/>
            <a:ext cx="5311800" cy="403500"/>
          </a:xfrm>
          <a:prstGeom prst="rect">
            <a:avLst/>
          </a:prstGeom>
        </p:spPr>
        <p:txBody>
          <a:bodyPr anchorCtr="0" anchor="t" bIns="91425" lIns="91425" spcFirstLastPara="1" rIns="91425"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04" name="Google Shape;104;p16"/>
          <p:cNvSpPr txBox="1"/>
          <p:nvPr>
            <p:ph idx="18" type="body"/>
          </p:nvPr>
        </p:nvSpPr>
        <p:spPr>
          <a:xfrm>
            <a:off x="3060150" y="4553025"/>
            <a:ext cx="5311800" cy="403500"/>
          </a:xfrm>
          <a:prstGeom prst="rect">
            <a:avLst/>
          </a:prstGeom>
        </p:spPr>
        <p:txBody>
          <a:bodyPr anchorCtr="0" anchor="t" bIns="91425" lIns="91425" spcFirstLastPara="1" rIns="91425"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Folder Orange 2">
  <p:cSld name="CUSTOM_1_2">
    <p:spTree>
      <p:nvGrpSpPr>
        <p:cNvPr id="105" name="Shape 105"/>
        <p:cNvGrpSpPr/>
        <p:nvPr/>
      </p:nvGrpSpPr>
      <p:grpSpPr>
        <a:xfrm>
          <a:off x="0" y="0"/>
          <a:ext cx="0" cy="0"/>
          <a:chOff x="0" y="0"/>
          <a:chExt cx="0" cy="0"/>
        </a:xfrm>
      </p:grpSpPr>
      <p:sp>
        <p:nvSpPr>
          <p:cNvPr id="106" name="Google Shape;106;p17"/>
          <p:cNvSpPr/>
          <p:nvPr/>
        </p:nvSpPr>
        <p:spPr>
          <a:xfrm>
            <a:off x="-2450" y="486600"/>
            <a:ext cx="9144000" cy="4656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107" name="Google Shape;107;p17"/>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108" name="Google Shape;108;p17"/>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109" name="Google Shape;109;p17"/>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110" name="Google Shape;110;p17"/>
          <p:cNvSpPr txBox="1"/>
          <p:nvPr>
            <p:ph idx="4" type="subTitle"/>
          </p:nvPr>
        </p:nvSpPr>
        <p:spPr>
          <a:xfrm>
            <a:off x="57241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111" name="Google Shape;111;p17"/>
          <p:cNvSpPr txBox="1"/>
          <p:nvPr>
            <p:ph type="title"/>
          </p:nvPr>
        </p:nvSpPr>
        <p:spPr>
          <a:xfrm>
            <a:off x="596525" y="753331"/>
            <a:ext cx="7062000" cy="8550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2" name="Google Shape;112;p17"/>
          <p:cNvSpPr txBox="1"/>
          <p:nvPr>
            <p:ph idx="5" type="title"/>
          </p:nvPr>
        </p:nvSpPr>
        <p:spPr>
          <a:xfrm>
            <a:off x="1279000" y="2812875"/>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3" name="Google Shape;113;p17"/>
          <p:cNvSpPr txBox="1"/>
          <p:nvPr>
            <p:ph idx="6" type="title"/>
          </p:nvPr>
        </p:nvSpPr>
        <p:spPr>
          <a:xfrm>
            <a:off x="1279000" y="3854630"/>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4" name="Google Shape;114;p17"/>
          <p:cNvSpPr txBox="1"/>
          <p:nvPr>
            <p:ph idx="7" type="title"/>
          </p:nvPr>
        </p:nvSpPr>
        <p:spPr>
          <a:xfrm>
            <a:off x="4917850" y="1749478"/>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5" name="Google Shape;115;p17"/>
          <p:cNvSpPr txBox="1"/>
          <p:nvPr>
            <p:ph idx="8" type="title"/>
          </p:nvPr>
        </p:nvSpPr>
        <p:spPr>
          <a:xfrm>
            <a:off x="4917850" y="3854630"/>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6" name="Google Shape;116;p17"/>
          <p:cNvSpPr txBox="1"/>
          <p:nvPr>
            <p:ph idx="9" type="title"/>
          </p:nvPr>
        </p:nvSpPr>
        <p:spPr>
          <a:xfrm>
            <a:off x="4925175" y="2812875"/>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7" name="Google Shape;117;p17"/>
          <p:cNvSpPr/>
          <p:nvPr>
            <p:ph idx="13" type="pic"/>
          </p:nvPr>
        </p:nvSpPr>
        <p:spPr>
          <a:xfrm>
            <a:off x="4021150" y="1690575"/>
            <a:ext cx="735600" cy="735600"/>
          </a:xfrm>
          <a:prstGeom prst="ellipse">
            <a:avLst/>
          </a:prstGeom>
          <a:noFill/>
          <a:ln>
            <a:noFill/>
          </a:ln>
        </p:spPr>
      </p:sp>
      <p:sp>
        <p:nvSpPr>
          <p:cNvPr id="118" name="Google Shape;118;p17"/>
          <p:cNvSpPr/>
          <p:nvPr>
            <p:ph idx="14" type="pic"/>
          </p:nvPr>
        </p:nvSpPr>
        <p:spPr>
          <a:xfrm>
            <a:off x="4021150" y="2738375"/>
            <a:ext cx="735600" cy="735600"/>
          </a:xfrm>
          <a:prstGeom prst="ellipse">
            <a:avLst/>
          </a:prstGeom>
          <a:noFill/>
          <a:ln>
            <a:noFill/>
          </a:ln>
        </p:spPr>
      </p:sp>
      <p:sp>
        <p:nvSpPr>
          <p:cNvPr id="119" name="Google Shape;119;p17"/>
          <p:cNvSpPr/>
          <p:nvPr>
            <p:ph idx="15" type="pic"/>
          </p:nvPr>
        </p:nvSpPr>
        <p:spPr>
          <a:xfrm>
            <a:off x="4021150" y="3789600"/>
            <a:ext cx="735600" cy="735600"/>
          </a:xfrm>
          <a:prstGeom prst="ellipse">
            <a:avLst/>
          </a:prstGeom>
          <a:noFill/>
          <a:ln>
            <a:noFill/>
          </a:ln>
        </p:spPr>
      </p:sp>
      <p:sp>
        <p:nvSpPr>
          <p:cNvPr id="120" name="Google Shape;120;p17"/>
          <p:cNvSpPr/>
          <p:nvPr>
            <p:ph idx="16" type="pic"/>
          </p:nvPr>
        </p:nvSpPr>
        <p:spPr>
          <a:xfrm>
            <a:off x="377300" y="1690575"/>
            <a:ext cx="735600" cy="735600"/>
          </a:xfrm>
          <a:prstGeom prst="ellipse">
            <a:avLst/>
          </a:prstGeom>
          <a:noFill/>
          <a:ln>
            <a:noFill/>
          </a:ln>
        </p:spPr>
      </p:sp>
      <p:sp>
        <p:nvSpPr>
          <p:cNvPr id="121" name="Google Shape;121;p17"/>
          <p:cNvSpPr/>
          <p:nvPr>
            <p:ph idx="17" type="pic"/>
          </p:nvPr>
        </p:nvSpPr>
        <p:spPr>
          <a:xfrm>
            <a:off x="377300" y="2738375"/>
            <a:ext cx="735600" cy="735600"/>
          </a:xfrm>
          <a:prstGeom prst="ellipse">
            <a:avLst/>
          </a:prstGeom>
          <a:noFill/>
          <a:ln>
            <a:noFill/>
          </a:ln>
        </p:spPr>
      </p:sp>
      <p:sp>
        <p:nvSpPr>
          <p:cNvPr id="122" name="Google Shape;122;p17"/>
          <p:cNvSpPr/>
          <p:nvPr>
            <p:ph idx="18" type="pic"/>
          </p:nvPr>
        </p:nvSpPr>
        <p:spPr>
          <a:xfrm>
            <a:off x="377300" y="3789600"/>
            <a:ext cx="735600" cy="735600"/>
          </a:xfrm>
          <a:prstGeom prst="ellipse">
            <a:avLst/>
          </a:prstGeom>
          <a:noFill/>
          <a:ln>
            <a:noFill/>
          </a:ln>
        </p:spPr>
      </p:sp>
      <p:sp>
        <p:nvSpPr>
          <p:cNvPr id="123" name="Google Shape;123;p17"/>
          <p:cNvSpPr txBox="1"/>
          <p:nvPr>
            <p:ph idx="19" type="title"/>
          </p:nvPr>
        </p:nvSpPr>
        <p:spPr>
          <a:xfrm>
            <a:off x="1279000" y="1749478"/>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24" name="Google Shape;124;p17"/>
          <p:cNvSpPr txBox="1"/>
          <p:nvPr>
            <p:ph idx="20" type="body"/>
          </p:nvPr>
        </p:nvSpPr>
        <p:spPr>
          <a:xfrm>
            <a:off x="1279000" y="210055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5" name="Google Shape;125;p17"/>
          <p:cNvSpPr txBox="1"/>
          <p:nvPr>
            <p:ph idx="21" type="body"/>
          </p:nvPr>
        </p:nvSpPr>
        <p:spPr>
          <a:xfrm>
            <a:off x="1279000" y="420580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6" name="Google Shape;126;p17"/>
          <p:cNvSpPr txBox="1"/>
          <p:nvPr>
            <p:ph idx="22" type="body"/>
          </p:nvPr>
        </p:nvSpPr>
        <p:spPr>
          <a:xfrm>
            <a:off x="1279000" y="3164025"/>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7" name="Google Shape;127;p17"/>
          <p:cNvSpPr txBox="1"/>
          <p:nvPr>
            <p:ph idx="23" type="body"/>
          </p:nvPr>
        </p:nvSpPr>
        <p:spPr>
          <a:xfrm>
            <a:off x="4917850" y="210055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8" name="Google Shape;128;p17"/>
          <p:cNvSpPr txBox="1"/>
          <p:nvPr>
            <p:ph idx="24" type="body"/>
          </p:nvPr>
        </p:nvSpPr>
        <p:spPr>
          <a:xfrm>
            <a:off x="4917850" y="420580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9" name="Google Shape;129;p17"/>
          <p:cNvSpPr txBox="1"/>
          <p:nvPr>
            <p:ph idx="25" type="body"/>
          </p:nvPr>
        </p:nvSpPr>
        <p:spPr>
          <a:xfrm>
            <a:off x="4917850" y="3164025"/>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Folder">
  <p:cSld name="BLANK_1_1_1_1">
    <p:bg>
      <p:bgPr>
        <a:solidFill>
          <a:schemeClr val="dk2"/>
        </a:solidFill>
      </p:bgPr>
    </p:bg>
    <p:spTree>
      <p:nvGrpSpPr>
        <p:cNvPr id="130" name="Shape 130"/>
        <p:cNvGrpSpPr/>
        <p:nvPr/>
      </p:nvGrpSpPr>
      <p:grpSpPr>
        <a:xfrm>
          <a:off x="0" y="0"/>
          <a:ext cx="0" cy="0"/>
          <a:chOff x="0" y="0"/>
          <a:chExt cx="0" cy="0"/>
        </a:xfrm>
      </p:grpSpPr>
      <p:grpSp>
        <p:nvGrpSpPr>
          <p:cNvPr id="131" name="Google Shape;131;p18"/>
          <p:cNvGrpSpPr/>
          <p:nvPr/>
        </p:nvGrpSpPr>
        <p:grpSpPr>
          <a:xfrm>
            <a:off x="228600" y="210088"/>
            <a:ext cx="8686800" cy="4676475"/>
            <a:chOff x="228600" y="210088"/>
            <a:chExt cx="8686800" cy="4676475"/>
          </a:xfrm>
        </p:grpSpPr>
        <p:sp>
          <p:nvSpPr>
            <p:cNvPr id="132" name="Google Shape;132;p18"/>
            <p:cNvSpPr/>
            <p:nvPr/>
          </p:nvSpPr>
          <p:spPr>
            <a:xfrm>
              <a:off x="228600" y="566563"/>
              <a:ext cx="8686800" cy="4320000"/>
            </a:xfrm>
            <a:prstGeom prst="roundRect">
              <a:avLst>
                <a:gd fmla="val 540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133" name="Google Shape;133;p18"/>
            <p:cNvSpPr/>
            <p:nvPr/>
          </p:nvSpPr>
          <p:spPr>
            <a:xfrm>
              <a:off x="912237" y="2100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
        <p:nvSpPr>
          <p:cNvPr id="134" name="Google Shape;134;p18"/>
          <p:cNvSpPr txBox="1"/>
          <p:nvPr>
            <p:ph idx="1" type="subTitle"/>
          </p:nvPr>
        </p:nvSpPr>
        <p:spPr>
          <a:xfrm>
            <a:off x="1224650" y="210100"/>
            <a:ext cx="1676700" cy="3564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1200"/>
              <a:buNone/>
              <a:defRPr sz="1200"/>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35" name="Google Shape;135;p18"/>
          <p:cNvSpPr txBox="1"/>
          <p:nvPr>
            <p:ph idx="2" type="body"/>
          </p:nvPr>
        </p:nvSpPr>
        <p:spPr>
          <a:xfrm>
            <a:off x="593775" y="3900525"/>
            <a:ext cx="4346700" cy="7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b="1" sz="1200"/>
            </a:lvl1pPr>
            <a:lvl2pPr indent="-304800" lvl="1" marL="914400">
              <a:spcBef>
                <a:spcPts val="0"/>
              </a:spcBef>
              <a:spcAft>
                <a:spcPts val="0"/>
              </a:spcAft>
              <a:buSzPts val="1200"/>
              <a:buChar char="○"/>
              <a:defRPr b="1" sz="1200"/>
            </a:lvl2pPr>
            <a:lvl3pPr indent="-304800" lvl="2" marL="1371600">
              <a:spcBef>
                <a:spcPts val="0"/>
              </a:spcBef>
              <a:spcAft>
                <a:spcPts val="0"/>
              </a:spcAft>
              <a:buSzPts val="1200"/>
              <a:buChar char="■"/>
              <a:defRPr b="1" sz="1200"/>
            </a:lvl3pPr>
            <a:lvl4pPr indent="-304800" lvl="3" marL="1828800">
              <a:spcBef>
                <a:spcPts val="0"/>
              </a:spcBef>
              <a:spcAft>
                <a:spcPts val="0"/>
              </a:spcAft>
              <a:buSzPts val="1200"/>
              <a:buChar char="●"/>
              <a:defRPr b="1" sz="1200"/>
            </a:lvl4pPr>
            <a:lvl5pPr indent="-304800" lvl="4" marL="2286000">
              <a:spcBef>
                <a:spcPts val="0"/>
              </a:spcBef>
              <a:spcAft>
                <a:spcPts val="0"/>
              </a:spcAft>
              <a:buSzPts val="1200"/>
              <a:buChar char="○"/>
              <a:defRPr b="1" sz="1200"/>
            </a:lvl5pPr>
            <a:lvl6pPr indent="-304800" lvl="5" marL="2743200">
              <a:spcBef>
                <a:spcPts val="0"/>
              </a:spcBef>
              <a:spcAft>
                <a:spcPts val="0"/>
              </a:spcAft>
              <a:buSzPts val="1200"/>
              <a:buChar char="■"/>
              <a:defRPr b="1" sz="1200"/>
            </a:lvl6pPr>
            <a:lvl7pPr indent="-304800" lvl="6" marL="3200400">
              <a:spcBef>
                <a:spcPts val="0"/>
              </a:spcBef>
              <a:spcAft>
                <a:spcPts val="0"/>
              </a:spcAft>
              <a:buSzPts val="1200"/>
              <a:buChar char="●"/>
              <a:defRPr b="1" sz="1200"/>
            </a:lvl7pPr>
            <a:lvl8pPr indent="-304800" lvl="7" marL="3657600">
              <a:spcBef>
                <a:spcPts val="0"/>
              </a:spcBef>
              <a:spcAft>
                <a:spcPts val="0"/>
              </a:spcAft>
              <a:buSzPts val="1200"/>
              <a:buChar char="○"/>
              <a:defRPr b="1" sz="1200"/>
            </a:lvl8pPr>
            <a:lvl9pPr indent="-304800" lvl="8" marL="4114800">
              <a:spcBef>
                <a:spcPts val="0"/>
              </a:spcBef>
              <a:spcAft>
                <a:spcPts val="0"/>
              </a:spcAft>
              <a:buSzPts val="1200"/>
              <a:buChar char="■"/>
              <a:defRPr b="1" sz="1200"/>
            </a:lvl9pPr>
          </a:lstStyle>
          <a:p/>
        </p:txBody>
      </p:sp>
      <p:sp>
        <p:nvSpPr>
          <p:cNvPr id="136" name="Google Shape;136;p18"/>
          <p:cNvSpPr txBox="1"/>
          <p:nvPr>
            <p:ph type="title"/>
          </p:nvPr>
        </p:nvSpPr>
        <p:spPr>
          <a:xfrm>
            <a:off x="593775" y="984700"/>
            <a:ext cx="7948200" cy="22164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sz="3000"/>
            </a:lvl2pPr>
            <a:lvl3pPr lvl="2">
              <a:spcBef>
                <a:spcPts val="0"/>
              </a:spcBef>
              <a:spcAft>
                <a:spcPts val="0"/>
              </a:spcAft>
              <a:buSzPts val="2800"/>
              <a:buNone/>
              <a:defRPr sz="3000"/>
            </a:lvl3pPr>
            <a:lvl4pPr lvl="3">
              <a:spcBef>
                <a:spcPts val="0"/>
              </a:spcBef>
              <a:spcAft>
                <a:spcPts val="0"/>
              </a:spcAft>
              <a:buSzPts val="2800"/>
              <a:buNone/>
              <a:defRPr sz="3000"/>
            </a:lvl4pPr>
            <a:lvl5pPr lvl="4">
              <a:spcBef>
                <a:spcPts val="0"/>
              </a:spcBef>
              <a:spcAft>
                <a:spcPts val="0"/>
              </a:spcAft>
              <a:buSzPts val="2800"/>
              <a:buNone/>
              <a:defRPr sz="3000"/>
            </a:lvl5pPr>
            <a:lvl6pPr lvl="5">
              <a:spcBef>
                <a:spcPts val="0"/>
              </a:spcBef>
              <a:spcAft>
                <a:spcPts val="0"/>
              </a:spcAft>
              <a:buSzPts val="2800"/>
              <a:buNone/>
              <a:defRPr sz="3000"/>
            </a:lvl6pPr>
            <a:lvl7pPr lvl="6">
              <a:spcBef>
                <a:spcPts val="0"/>
              </a:spcBef>
              <a:spcAft>
                <a:spcPts val="0"/>
              </a:spcAft>
              <a:buSzPts val="2800"/>
              <a:buNone/>
              <a:defRPr sz="3000"/>
            </a:lvl7pPr>
            <a:lvl8pPr lvl="7">
              <a:spcBef>
                <a:spcPts val="0"/>
              </a:spcBef>
              <a:spcAft>
                <a:spcPts val="0"/>
              </a:spcAft>
              <a:buSzPts val="2800"/>
              <a:buNone/>
              <a:defRPr sz="3000"/>
            </a:lvl8pPr>
            <a:lvl9pPr lvl="8">
              <a:spcBef>
                <a:spcPts val="0"/>
              </a:spcBef>
              <a:spcAft>
                <a:spcPts val="0"/>
              </a:spcAft>
              <a:buSzPts val="2800"/>
              <a:buNone/>
              <a:defRPr sz="3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7_1_1_1_1_1_1_1_1_1_1_1_1_1_1_1_1_2">
    <p:spTree>
      <p:nvGrpSpPr>
        <p:cNvPr id="137" name="Shape 137"/>
        <p:cNvGrpSpPr/>
        <p:nvPr/>
      </p:nvGrpSpPr>
      <p:grpSpPr>
        <a:xfrm>
          <a:off x="0" y="0"/>
          <a:ext cx="0" cy="0"/>
          <a:chOff x="0" y="0"/>
          <a:chExt cx="0" cy="0"/>
        </a:xfrm>
      </p:grpSpPr>
      <p:sp>
        <p:nvSpPr>
          <p:cNvPr id="138" name="Google Shape;138;p19"/>
          <p:cNvSpPr txBox="1"/>
          <p:nvPr>
            <p:ph type="title"/>
          </p:nvPr>
        </p:nvSpPr>
        <p:spPr>
          <a:xfrm>
            <a:off x="-2450" y="4759975"/>
            <a:ext cx="9150600" cy="383400"/>
          </a:xfrm>
          <a:prstGeom prst="rect">
            <a:avLst/>
          </a:prstGeom>
        </p:spPr>
        <p:txBody>
          <a:bodyPr anchorCtr="0" anchor="ctr" bIns="0" lIns="108000" spcFirstLastPara="1" rIns="108000" wrap="square" tIns="0">
            <a:noAutofit/>
          </a:bodyPr>
          <a:lstStyle>
            <a:lvl1pPr lvl="0">
              <a:lnSpc>
                <a:spcPct val="90000"/>
              </a:lnSpc>
              <a:spcBef>
                <a:spcPts val="0"/>
              </a:spcBef>
              <a:spcAft>
                <a:spcPts val="0"/>
              </a:spcAft>
              <a:buSzPts val="2800"/>
              <a:buFont typeface="Hanken Grotesk Light"/>
              <a:buNone/>
              <a:defRPr sz="1400">
                <a:latin typeface="Hanken Grotesk Light"/>
                <a:ea typeface="Hanken Grotesk Light"/>
                <a:cs typeface="Hanken Grotesk Light"/>
                <a:sym typeface="Hanken Grotesk Light"/>
              </a:defRPr>
            </a:lvl1pPr>
            <a:lvl2pPr lvl="1">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2pPr>
            <a:lvl3pPr lvl="2">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3pPr>
            <a:lvl4pPr lvl="3">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4pPr>
            <a:lvl5pPr lvl="4">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5pPr>
            <a:lvl6pPr lvl="5">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6pPr>
            <a:lvl7pPr lvl="6">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7pPr>
            <a:lvl8pPr lvl="7">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8pPr>
            <a:lvl9pPr lvl="8">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9pPr>
          </a:lstStyle>
          <a:p/>
        </p:txBody>
      </p:sp>
      <p:cxnSp>
        <p:nvCxnSpPr>
          <p:cNvPr id="139" name="Google Shape;139;p19"/>
          <p:cNvCxnSpPr/>
          <p:nvPr/>
        </p:nvCxnSpPr>
        <p:spPr>
          <a:xfrm rot="10800000">
            <a:off x="-2100" y="4759975"/>
            <a:ext cx="9148200" cy="0"/>
          </a:xfrm>
          <a:prstGeom prst="straightConnector1">
            <a:avLst/>
          </a:prstGeom>
          <a:noFill/>
          <a:ln cap="flat" cmpd="sng" w="9525">
            <a:solidFill>
              <a:schemeClr val="dk1"/>
            </a:solidFill>
            <a:prstDash val="solid"/>
            <a:round/>
            <a:headEnd len="sm" w="sm" type="none"/>
            <a:tailEnd len="sm" w="sm" type="none"/>
          </a:ln>
        </p:spPr>
      </p:cxnSp>
      <p:sp>
        <p:nvSpPr>
          <p:cNvPr id="140" name="Google Shape;140;p19"/>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41" name="Google Shape;141;p19"/>
          <p:cNvSpPr txBox="1"/>
          <p:nvPr>
            <p:ph idx="2" type="title"/>
          </p:nvPr>
        </p:nvSpPr>
        <p:spPr>
          <a:xfrm>
            <a:off x="850" y="1078988"/>
            <a:ext cx="9144000" cy="3598800"/>
          </a:xfrm>
          <a:prstGeom prst="rect">
            <a:avLst/>
          </a:prstGeom>
        </p:spPr>
        <p:txBody>
          <a:bodyPr anchorCtr="0" anchor="t" bIns="108000" lIns="252000" spcFirstLastPara="1" rIns="252000" wrap="square" tIns="0">
            <a:noAutofit/>
          </a:bodyPr>
          <a:lstStyle>
            <a:lvl1pPr lvl="0">
              <a:spcBef>
                <a:spcPts val="0"/>
              </a:spcBef>
              <a:spcAft>
                <a:spcPts val="0"/>
              </a:spcAft>
              <a:buSzPts val="3000"/>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142" name="Google Shape;142;p19"/>
          <p:cNvGrpSpPr/>
          <p:nvPr/>
        </p:nvGrpSpPr>
        <p:grpSpPr>
          <a:xfrm>
            <a:off x="1724267" y="547463"/>
            <a:ext cx="658200" cy="449397"/>
            <a:chOff x="2467317" y="547413"/>
            <a:chExt cx="658200" cy="449397"/>
          </a:xfrm>
        </p:grpSpPr>
        <p:sp>
          <p:nvSpPr>
            <p:cNvPr id="143" name="Google Shape;143;p19"/>
            <p:cNvSpPr/>
            <p:nvPr/>
          </p:nvSpPr>
          <p:spPr>
            <a:xfrm rot="5400000">
              <a:off x="2593167" y="464460"/>
              <a:ext cx="406500" cy="658200"/>
            </a:xfrm>
            <a:prstGeom prst="roundRect">
              <a:avLst>
                <a:gd fmla="val 5925"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144" name="Google Shape;144;p19"/>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145" name="Google Shape;145;p19"/>
          <p:cNvGrpSpPr/>
          <p:nvPr/>
        </p:nvGrpSpPr>
        <p:grpSpPr>
          <a:xfrm>
            <a:off x="981142" y="547476"/>
            <a:ext cx="658200" cy="449397"/>
            <a:chOff x="2467317" y="547413"/>
            <a:chExt cx="658200" cy="449397"/>
          </a:xfrm>
        </p:grpSpPr>
        <p:sp>
          <p:nvSpPr>
            <p:cNvPr id="146" name="Google Shape;146;p19"/>
            <p:cNvSpPr/>
            <p:nvPr/>
          </p:nvSpPr>
          <p:spPr>
            <a:xfrm rot="5400000">
              <a:off x="2593167" y="464460"/>
              <a:ext cx="406500" cy="658200"/>
            </a:xfrm>
            <a:prstGeom prst="roundRect">
              <a:avLst>
                <a:gd fmla="val 5925"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147" name="Google Shape;147;p19"/>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148" name="Google Shape;148;p19"/>
          <p:cNvGrpSpPr/>
          <p:nvPr/>
        </p:nvGrpSpPr>
        <p:grpSpPr>
          <a:xfrm>
            <a:off x="2467317" y="547413"/>
            <a:ext cx="658200" cy="449397"/>
            <a:chOff x="2467317" y="547413"/>
            <a:chExt cx="658200" cy="449397"/>
          </a:xfrm>
        </p:grpSpPr>
        <p:sp>
          <p:nvSpPr>
            <p:cNvPr id="149" name="Google Shape;149;p19"/>
            <p:cNvSpPr/>
            <p:nvPr/>
          </p:nvSpPr>
          <p:spPr>
            <a:xfrm rot="5400000">
              <a:off x="2593167" y="464460"/>
              <a:ext cx="406500" cy="658200"/>
            </a:xfrm>
            <a:prstGeom prst="roundRect">
              <a:avLst>
                <a:gd fmla="val 5925"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150" name="Google Shape;150;p19"/>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151" name="Google Shape;151;p19"/>
          <p:cNvGrpSpPr/>
          <p:nvPr/>
        </p:nvGrpSpPr>
        <p:grpSpPr>
          <a:xfrm>
            <a:off x="238017" y="549426"/>
            <a:ext cx="658200" cy="449397"/>
            <a:chOff x="2467317" y="547413"/>
            <a:chExt cx="658200" cy="449397"/>
          </a:xfrm>
        </p:grpSpPr>
        <p:sp>
          <p:nvSpPr>
            <p:cNvPr id="152" name="Google Shape;152;p19"/>
            <p:cNvSpPr/>
            <p:nvPr/>
          </p:nvSpPr>
          <p:spPr>
            <a:xfrm rot="5400000">
              <a:off x="2593167" y="464460"/>
              <a:ext cx="406500" cy="658200"/>
            </a:xfrm>
            <a:prstGeom prst="roundRect">
              <a:avLst>
                <a:gd fmla="val 592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153" name="Google Shape;153;p19"/>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Sections Grey">
  <p:cSld name="BLANK_1_1_1_1_1_1_1_1">
    <p:bg>
      <p:bgPr>
        <a:solidFill>
          <a:schemeClr val="dk2"/>
        </a:solidFill>
      </p:bgPr>
    </p:bg>
    <p:spTree>
      <p:nvGrpSpPr>
        <p:cNvPr id="154" name="Shape 154"/>
        <p:cNvGrpSpPr/>
        <p:nvPr/>
      </p:nvGrpSpPr>
      <p:grpSpPr>
        <a:xfrm>
          <a:off x="0" y="0"/>
          <a:ext cx="0" cy="0"/>
          <a:chOff x="0" y="0"/>
          <a:chExt cx="0" cy="0"/>
        </a:xfrm>
      </p:grpSpPr>
      <p:sp>
        <p:nvSpPr>
          <p:cNvPr id="155" name="Google Shape;155;p20"/>
          <p:cNvSpPr txBox="1"/>
          <p:nvPr>
            <p:ph idx="1" type="body"/>
          </p:nvPr>
        </p:nvSpPr>
        <p:spPr>
          <a:xfrm>
            <a:off x="172350" y="1093875"/>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156" name="Google Shape;156;p20"/>
          <p:cNvSpPr txBox="1"/>
          <p:nvPr>
            <p:ph idx="2" type="subTitle"/>
          </p:nvPr>
        </p:nvSpPr>
        <p:spPr>
          <a:xfrm>
            <a:off x="357425" y="2974373"/>
            <a:ext cx="2048400" cy="3906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20"/>
          <p:cNvSpPr txBox="1"/>
          <p:nvPr>
            <p:ph idx="3" type="subTitle"/>
          </p:nvPr>
        </p:nvSpPr>
        <p:spPr>
          <a:xfrm>
            <a:off x="357425" y="718250"/>
            <a:ext cx="2048400" cy="3780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Font typeface="Neuton"/>
              <a:buNone/>
              <a:defRPr>
                <a:latin typeface="Neuton"/>
                <a:ea typeface="Neuton"/>
                <a:cs typeface="Neuton"/>
                <a:sym typeface="Neuton"/>
              </a:defRPr>
            </a:lvl2pPr>
            <a:lvl3pPr lvl="2">
              <a:spcBef>
                <a:spcPts val="0"/>
              </a:spcBef>
              <a:spcAft>
                <a:spcPts val="0"/>
              </a:spcAft>
              <a:buSzPts val="1400"/>
              <a:buFont typeface="Neuton"/>
              <a:buNone/>
              <a:defRPr>
                <a:latin typeface="Neuton"/>
                <a:ea typeface="Neuton"/>
                <a:cs typeface="Neuton"/>
                <a:sym typeface="Neuton"/>
              </a:defRPr>
            </a:lvl3pPr>
            <a:lvl4pPr lvl="3">
              <a:spcBef>
                <a:spcPts val="0"/>
              </a:spcBef>
              <a:spcAft>
                <a:spcPts val="0"/>
              </a:spcAft>
              <a:buSzPts val="1400"/>
              <a:buFont typeface="Neuton"/>
              <a:buNone/>
              <a:defRPr>
                <a:latin typeface="Neuton"/>
                <a:ea typeface="Neuton"/>
                <a:cs typeface="Neuton"/>
                <a:sym typeface="Neuton"/>
              </a:defRPr>
            </a:lvl4pPr>
            <a:lvl5pPr lvl="4">
              <a:spcBef>
                <a:spcPts val="0"/>
              </a:spcBef>
              <a:spcAft>
                <a:spcPts val="0"/>
              </a:spcAft>
              <a:buSzPts val="1400"/>
              <a:buFont typeface="Neuton"/>
              <a:buNone/>
              <a:defRPr>
                <a:latin typeface="Neuton"/>
                <a:ea typeface="Neuton"/>
                <a:cs typeface="Neuton"/>
                <a:sym typeface="Neuton"/>
              </a:defRPr>
            </a:lvl5pPr>
            <a:lvl6pPr lvl="5">
              <a:spcBef>
                <a:spcPts val="0"/>
              </a:spcBef>
              <a:spcAft>
                <a:spcPts val="0"/>
              </a:spcAft>
              <a:buSzPts val="1400"/>
              <a:buFont typeface="Neuton"/>
              <a:buNone/>
              <a:defRPr>
                <a:latin typeface="Neuton"/>
                <a:ea typeface="Neuton"/>
                <a:cs typeface="Neuton"/>
                <a:sym typeface="Neuton"/>
              </a:defRPr>
            </a:lvl6pPr>
            <a:lvl7pPr lvl="6">
              <a:spcBef>
                <a:spcPts val="0"/>
              </a:spcBef>
              <a:spcAft>
                <a:spcPts val="0"/>
              </a:spcAft>
              <a:buSzPts val="1400"/>
              <a:buFont typeface="Neuton"/>
              <a:buNone/>
              <a:defRPr>
                <a:latin typeface="Neuton"/>
                <a:ea typeface="Neuton"/>
                <a:cs typeface="Neuton"/>
                <a:sym typeface="Neuton"/>
              </a:defRPr>
            </a:lvl7pPr>
            <a:lvl8pPr lvl="7">
              <a:spcBef>
                <a:spcPts val="0"/>
              </a:spcBef>
              <a:spcAft>
                <a:spcPts val="0"/>
              </a:spcAft>
              <a:buSzPts val="1400"/>
              <a:buFont typeface="Neuton"/>
              <a:buNone/>
              <a:defRPr>
                <a:latin typeface="Neuton"/>
                <a:ea typeface="Neuton"/>
                <a:cs typeface="Neuton"/>
                <a:sym typeface="Neuton"/>
              </a:defRPr>
            </a:lvl8pPr>
            <a:lvl9pPr lvl="8">
              <a:spcBef>
                <a:spcPts val="0"/>
              </a:spcBef>
              <a:spcAft>
                <a:spcPts val="0"/>
              </a:spcAft>
              <a:buSzPts val="1400"/>
              <a:buFont typeface="Neuton"/>
              <a:buNone/>
              <a:defRPr>
                <a:latin typeface="Neuton"/>
                <a:ea typeface="Neuton"/>
                <a:cs typeface="Neuton"/>
                <a:sym typeface="Neuton"/>
              </a:defRPr>
            </a:lvl9pPr>
          </a:lstStyle>
          <a:p/>
        </p:txBody>
      </p:sp>
      <p:sp>
        <p:nvSpPr>
          <p:cNvPr id="158" name="Google Shape;158;p20"/>
          <p:cNvSpPr txBox="1"/>
          <p:nvPr>
            <p:ph idx="4" type="body"/>
          </p:nvPr>
        </p:nvSpPr>
        <p:spPr>
          <a:xfrm>
            <a:off x="172350" y="3362406"/>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159" name="Google Shape;159;p20"/>
          <p:cNvSpPr txBox="1"/>
          <p:nvPr>
            <p:ph idx="5"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60" name="Google Shape;160;p20"/>
          <p:cNvSpPr txBox="1"/>
          <p:nvPr>
            <p:ph idx="6" type="subTitle"/>
          </p:nvPr>
        </p:nvSpPr>
        <p:spPr>
          <a:xfrm>
            <a:off x="4814750" y="717075"/>
            <a:ext cx="2048400" cy="3780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Font typeface="Neuton"/>
              <a:buNone/>
              <a:defRPr>
                <a:latin typeface="Neuton"/>
                <a:ea typeface="Neuton"/>
                <a:cs typeface="Neuton"/>
                <a:sym typeface="Neuton"/>
              </a:defRPr>
            </a:lvl2pPr>
            <a:lvl3pPr lvl="2">
              <a:spcBef>
                <a:spcPts val="0"/>
              </a:spcBef>
              <a:spcAft>
                <a:spcPts val="0"/>
              </a:spcAft>
              <a:buSzPts val="1400"/>
              <a:buFont typeface="Neuton"/>
              <a:buNone/>
              <a:defRPr>
                <a:latin typeface="Neuton"/>
                <a:ea typeface="Neuton"/>
                <a:cs typeface="Neuton"/>
                <a:sym typeface="Neuton"/>
              </a:defRPr>
            </a:lvl3pPr>
            <a:lvl4pPr lvl="3">
              <a:spcBef>
                <a:spcPts val="0"/>
              </a:spcBef>
              <a:spcAft>
                <a:spcPts val="0"/>
              </a:spcAft>
              <a:buSzPts val="1400"/>
              <a:buFont typeface="Neuton"/>
              <a:buNone/>
              <a:defRPr>
                <a:latin typeface="Neuton"/>
                <a:ea typeface="Neuton"/>
                <a:cs typeface="Neuton"/>
                <a:sym typeface="Neuton"/>
              </a:defRPr>
            </a:lvl4pPr>
            <a:lvl5pPr lvl="4">
              <a:spcBef>
                <a:spcPts val="0"/>
              </a:spcBef>
              <a:spcAft>
                <a:spcPts val="0"/>
              </a:spcAft>
              <a:buSzPts val="1400"/>
              <a:buFont typeface="Neuton"/>
              <a:buNone/>
              <a:defRPr>
                <a:latin typeface="Neuton"/>
                <a:ea typeface="Neuton"/>
                <a:cs typeface="Neuton"/>
                <a:sym typeface="Neuton"/>
              </a:defRPr>
            </a:lvl5pPr>
            <a:lvl6pPr lvl="5">
              <a:spcBef>
                <a:spcPts val="0"/>
              </a:spcBef>
              <a:spcAft>
                <a:spcPts val="0"/>
              </a:spcAft>
              <a:buSzPts val="1400"/>
              <a:buFont typeface="Neuton"/>
              <a:buNone/>
              <a:defRPr>
                <a:latin typeface="Neuton"/>
                <a:ea typeface="Neuton"/>
                <a:cs typeface="Neuton"/>
                <a:sym typeface="Neuton"/>
              </a:defRPr>
            </a:lvl6pPr>
            <a:lvl7pPr lvl="6">
              <a:spcBef>
                <a:spcPts val="0"/>
              </a:spcBef>
              <a:spcAft>
                <a:spcPts val="0"/>
              </a:spcAft>
              <a:buSzPts val="1400"/>
              <a:buFont typeface="Neuton"/>
              <a:buNone/>
              <a:defRPr>
                <a:latin typeface="Neuton"/>
                <a:ea typeface="Neuton"/>
                <a:cs typeface="Neuton"/>
                <a:sym typeface="Neuton"/>
              </a:defRPr>
            </a:lvl7pPr>
            <a:lvl8pPr lvl="7">
              <a:spcBef>
                <a:spcPts val="0"/>
              </a:spcBef>
              <a:spcAft>
                <a:spcPts val="0"/>
              </a:spcAft>
              <a:buSzPts val="1400"/>
              <a:buFont typeface="Neuton"/>
              <a:buNone/>
              <a:defRPr>
                <a:latin typeface="Neuton"/>
                <a:ea typeface="Neuton"/>
                <a:cs typeface="Neuton"/>
                <a:sym typeface="Neuton"/>
              </a:defRPr>
            </a:lvl8pPr>
            <a:lvl9pPr lvl="8">
              <a:spcBef>
                <a:spcPts val="0"/>
              </a:spcBef>
              <a:spcAft>
                <a:spcPts val="0"/>
              </a:spcAft>
              <a:buSzPts val="1400"/>
              <a:buFont typeface="Neuton"/>
              <a:buNone/>
              <a:defRPr>
                <a:latin typeface="Neuton"/>
                <a:ea typeface="Neuton"/>
                <a:cs typeface="Neuton"/>
                <a:sym typeface="Neuton"/>
              </a:defRPr>
            </a:lvl9pPr>
          </a:lstStyle>
          <a:p/>
        </p:txBody>
      </p:sp>
      <p:sp>
        <p:nvSpPr>
          <p:cNvPr id="161" name="Google Shape;161;p20"/>
          <p:cNvSpPr txBox="1"/>
          <p:nvPr>
            <p:ph idx="7" type="body"/>
          </p:nvPr>
        </p:nvSpPr>
        <p:spPr>
          <a:xfrm>
            <a:off x="4629675" y="1092700"/>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162" name="Google Shape;162;p20"/>
          <p:cNvSpPr txBox="1"/>
          <p:nvPr>
            <p:ph idx="8" type="subTitle"/>
          </p:nvPr>
        </p:nvSpPr>
        <p:spPr>
          <a:xfrm>
            <a:off x="4814750" y="3003375"/>
            <a:ext cx="2048400" cy="3780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 name="Google Shape;163;p20"/>
          <p:cNvSpPr txBox="1"/>
          <p:nvPr>
            <p:ph idx="9" type="body"/>
          </p:nvPr>
        </p:nvSpPr>
        <p:spPr>
          <a:xfrm>
            <a:off x="4629675" y="3379000"/>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Data folders">
  <p:cSld name="CUSTOM_7_1_1_1_1_1_1_1_1_1_1_1_1_1_1_1_1_3">
    <p:spTree>
      <p:nvGrpSpPr>
        <p:cNvPr id="164" name="Shape 164"/>
        <p:cNvGrpSpPr/>
        <p:nvPr/>
      </p:nvGrpSpPr>
      <p:grpSpPr>
        <a:xfrm>
          <a:off x="0" y="0"/>
          <a:ext cx="0" cy="0"/>
          <a:chOff x="0" y="0"/>
          <a:chExt cx="0" cy="0"/>
        </a:xfrm>
      </p:grpSpPr>
      <p:sp>
        <p:nvSpPr>
          <p:cNvPr id="165" name="Google Shape;165;p21"/>
          <p:cNvSpPr txBox="1"/>
          <p:nvPr>
            <p:ph type="title"/>
          </p:nvPr>
        </p:nvSpPr>
        <p:spPr>
          <a:xfrm>
            <a:off x="193900"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66" name="Google Shape;166;p21"/>
          <p:cNvSpPr txBox="1"/>
          <p:nvPr>
            <p:ph idx="2" type="title"/>
          </p:nvPr>
        </p:nvSpPr>
        <p:spPr>
          <a:xfrm>
            <a:off x="193900"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67" name="Google Shape;167;p21"/>
          <p:cNvSpPr txBox="1"/>
          <p:nvPr>
            <p:ph idx="3" type="title"/>
          </p:nvPr>
        </p:nvSpPr>
        <p:spPr>
          <a:xfrm>
            <a:off x="2391238"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68" name="Google Shape;168;p21"/>
          <p:cNvSpPr txBox="1"/>
          <p:nvPr>
            <p:ph idx="4" type="title"/>
          </p:nvPr>
        </p:nvSpPr>
        <p:spPr>
          <a:xfrm>
            <a:off x="2391238"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69" name="Google Shape;169;p21"/>
          <p:cNvSpPr txBox="1"/>
          <p:nvPr>
            <p:ph idx="5" type="title"/>
          </p:nvPr>
        </p:nvSpPr>
        <p:spPr>
          <a:xfrm>
            <a:off x="4590375"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70" name="Google Shape;170;p21"/>
          <p:cNvSpPr txBox="1"/>
          <p:nvPr>
            <p:ph idx="6" type="title"/>
          </p:nvPr>
        </p:nvSpPr>
        <p:spPr>
          <a:xfrm>
            <a:off x="4590375"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71" name="Google Shape;171;p21"/>
          <p:cNvSpPr txBox="1"/>
          <p:nvPr>
            <p:ph idx="7" type="title"/>
          </p:nvPr>
        </p:nvSpPr>
        <p:spPr>
          <a:xfrm>
            <a:off x="6788925"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72" name="Google Shape;172;p21"/>
          <p:cNvSpPr txBox="1"/>
          <p:nvPr>
            <p:ph idx="8" type="title"/>
          </p:nvPr>
        </p:nvSpPr>
        <p:spPr>
          <a:xfrm>
            <a:off x="6788925"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73" name="Google Shape;173;p21"/>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74" name="Google Shape;174;p21"/>
          <p:cNvSpPr txBox="1"/>
          <p:nvPr>
            <p:ph idx="9" type="body"/>
          </p:nvPr>
        </p:nvSpPr>
        <p:spPr>
          <a:xfrm>
            <a:off x="1929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75" name="Google Shape;175;p21"/>
          <p:cNvSpPr txBox="1"/>
          <p:nvPr>
            <p:ph idx="13" type="body"/>
          </p:nvPr>
        </p:nvSpPr>
        <p:spPr>
          <a:xfrm>
            <a:off x="23912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76" name="Google Shape;176;p21"/>
          <p:cNvSpPr txBox="1"/>
          <p:nvPr>
            <p:ph idx="14" type="body"/>
          </p:nvPr>
        </p:nvSpPr>
        <p:spPr>
          <a:xfrm>
            <a:off x="45906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77" name="Google Shape;177;p21"/>
          <p:cNvSpPr txBox="1"/>
          <p:nvPr>
            <p:ph idx="15" type="body"/>
          </p:nvPr>
        </p:nvSpPr>
        <p:spPr>
          <a:xfrm>
            <a:off x="67889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Data Folders">
  <p:cSld name="CUSTOM_7_1_1_1_1_1_1_1_1_1_1_1_1_1_1_1_1_4">
    <p:spTree>
      <p:nvGrpSpPr>
        <p:cNvPr id="178" name="Shape 178"/>
        <p:cNvGrpSpPr/>
        <p:nvPr/>
      </p:nvGrpSpPr>
      <p:grpSpPr>
        <a:xfrm>
          <a:off x="0" y="0"/>
          <a:ext cx="0" cy="0"/>
          <a:chOff x="0" y="0"/>
          <a:chExt cx="0" cy="0"/>
        </a:xfrm>
      </p:grpSpPr>
      <p:sp>
        <p:nvSpPr>
          <p:cNvPr id="179" name="Google Shape;179;p22"/>
          <p:cNvSpPr txBox="1"/>
          <p:nvPr>
            <p:ph type="title"/>
          </p:nvPr>
        </p:nvSpPr>
        <p:spPr>
          <a:xfrm>
            <a:off x="193900" y="795678"/>
            <a:ext cx="2856900" cy="267000"/>
          </a:xfrm>
          <a:prstGeom prst="rect">
            <a:avLst/>
          </a:prstGeom>
        </p:spPr>
        <p:txBody>
          <a:bodyPr anchorCtr="0" anchor="t" bIns="0" lIns="180000" spcFirstLastPara="1" rIns="180000" wrap="square" tIns="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p:txBody>
      </p:sp>
      <p:sp>
        <p:nvSpPr>
          <p:cNvPr id="180" name="Google Shape;180;p22"/>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81" name="Google Shape;181;p22"/>
          <p:cNvSpPr txBox="1"/>
          <p:nvPr>
            <p:ph idx="2" type="title"/>
          </p:nvPr>
        </p:nvSpPr>
        <p:spPr>
          <a:xfrm>
            <a:off x="3141175" y="795678"/>
            <a:ext cx="2856900" cy="267000"/>
          </a:xfrm>
          <a:prstGeom prst="rect">
            <a:avLst/>
          </a:prstGeom>
        </p:spPr>
        <p:txBody>
          <a:bodyPr anchorCtr="0" anchor="t" bIns="0" lIns="180000" spcFirstLastPara="1" rIns="180000" wrap="square" tIns="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p:txBody>
      </p:sp>
      <p:sp>
        <p:nvSpPr>
          <p:cNvPr id="182" name="Google Shape;182;p22"/>
          <p:cNvSpPr txBox="1"/>
          <p:nvPr>
            <p:ph idx="3" type="title"/>
          </p:nvPr>
        </p:nvSpPr>
        <p:spPr>
          <a:xfrm>
            <a:off x="6088450" y="795678"/>
            <a:ext cx="2856900" cy="267000"/>
          </a:xfrm>
          <a:prstGeom prst="rect">
            <a:avLst/>
          </a:prstGeom>
        </p:spPr>
        <p:txBody>
          <a:bodyPr anchorCtr="0" anchor="t" bIns="0" lIns="180000" spcFirstLastPara="1" rIns="180000" wrap="square" tIns="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p:txBody>
      </p:sp>
      <p:sp>
        <p:nvSpPr>
          <p:cNvPr id="183" name="Google Shape;183;p22"/>
          <p:cNvSpPr txBox="1"/>
          <p:nvPr>
            <p:ph idx="4" type="body"/>
          </p:nvPr>
        </p:nvSpPr>
        <p:spPr>
          <a:xfrm>
            <a:off x="194075" y="1414925"/>
            <a:ext cx="2856900" cy="3548700"/>
          </a:xfrm>
          <a:prstGeom prst="rect">
            <a:avLst/>
          </a:prstGeom>
        </p:spPr>
        <p:txBody>
          <a:bodyPr anchorCtr="0" anchor="t" bIns="180000" lIns="180000" spcFirstLastPara="1" rIns="180000" wrap="square" tIns="27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84" name="Google Shape;184;p22"/>
          <p:cNvSpPr txBox="1"/>
          <p:nvPr>
            <p:ph idx="5" type="body"/>
          </p:nvPr>
        </p:nvSpPr>
        <p:spPr>
          <a:xfrm>
            <a:off x="3140525" y="1414925"/>
            <a:ext cx="2856900" cy="3548700"/>
          </a:xfrm>
          <a:prstGeom prst="rect">
            <a:avLst/>
          </a:prstGeom>
        </p:spPr>
        <p:txBody>
          <a:bodyPr anchorCtr="0" anchor="t" bIns="180000" lIns="180000" spcFirstLastPara="1" rIns="180000" wrap="square" tIns="27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85" name="Google Shape;185;p22"/>
          <p:cNvSpPr txBox="1"/>
          <p:nvPr>
            <p:ph idx="6" type="body"/>
          </p:nvPr>
        </p:nvSpPr>
        <p:spPr>
          <a:xfrm>
            <a:off x="6086975" y="1414925"/>
            <a:ext cx="2856900" cy="3548700"/>
          </a:xfrm>
          <a:prstGeom prst="rect">
            <a:avLst/>
          </a:prstGeom>
        </p:spPr>
        <p:txBody>
          <a:bodyPr anchorCtr="0" anchor="t" bIns="180000" lIns="180000" spcFirstLastPara="1" rIns="180000" wrap="square" tIns="27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CUSTOM_7_1_1_1_1_1_1_1_1_1_1_1_1_1_1_1_1_5_2">
    <p:spTree>
      <p:nvGrpSpPr>
        <p:cNvPr id="186" name="Shape 186"/>
        <p:cNvGrpSpPr/>
        <p:nvPr/>
      </p:nvGrpSpPr>
      <p:grpSpPr>
        <a:xfrm>
          <a:off x="0" y="0"/>
          <a:ext cx="0" cy="0"/>
          <a:chOff x="0" y="0"/>
          <a:chExt cx="0" cy="0"/>
        </a:xfrm>
      </p:grpSpPr>
      <p:sp>
        <p:nvSpPr>
          <p:cNvPr id="187" name="Google Shape;187;p23"/>
          <p:cNvSpPr txBox="1"/>
          <p:nvPr>
            <p:ph type="title"/>
          </p:nvPr>
        </p:nvSpPr>
        <p:spPr>
          <a:xfrm>
            <a:off x="22600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88" name="Google Shape;188;p23"/>
          <p:cNvSpPr txBox="1"/>
          <p:nvPr>
            <p:ph idx="2" type="title"/>
          </p:nvPr>
        </p:nvSpPr>
        <p:spPr>
          <a:xfrm>
            <a:off x="3325125"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89" name="Google Shape;189;p23"/>
          <p:cNvSpPr txBox="1"/>
          <p:nvPr>
            <p:ph idx="3" type="title"/>
          </p:nvPr>
        </p:nvSpPr>
        <p:spPr>
          <a:xfrm>
            <a:off x="227250" y="1277200"/>
            <a:ext cx="22827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90" name="Google Shape;190;p23"/>
          <p:cNvSpPr txBox="1"/>
          <p:nvPr>
            <p:ph idx="4" type="title"/>
          </p:nvPr>
        </p:nvSpPr>
        <p:spPr>
          <a:xfrm>
            <a:off x="3324478" y="1277200"/>
            <a:ext cx="22809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91" name="Google Shape;191;p23"/>
          <p:cNvSpPr txBox="1"/>
          <p:nvPr>
            <p:ph idx="5" type="title"/>
          </p:nvPr>
        </p:nvSpPr>
        <p:spPr>
          <a:xfrm>
            <a:off x="6421152" y="1277200"/>
            <a:ext cx="22791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92" name="Google Shape;192;p23"/>
          <p:cNvSpPr txBox="1"/>
          <p:nvPr>
            <p:ph idx="6" type="title"/>
          </p:nvPr>
        </p:nvSpPr>
        <p:spPr>
          <a:xfrm>
            <a:off x="6421925"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93" name="Google Shape;193;p23"/>
          <p:cNvSpPr txBox="1"/>
          <p:nvPr>
            <p:ph idx="7" type="title"/>
          </p:nvPr>
        </p:nvSpPr>
        <p:spPr>
          <a:xfrm>
            <a:off x="226431" y="2709100"/>
            <a:ext cx="22827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94" name="Google Shape;194;p23"/>
          <p:cNvSpPr txBox="1"/>
          <p:nvPr>
            <p:ph idx="8" type="title"/>
          </p:nvPr>
        </p:nvSpPr>
        <p:spPr>
          <a:xfrm>
            <a:off x="6419945" y="2709108"/>
            <a:ext cx="22791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95" name="Google Shape;195;p23"/>
          <p:cNvSpPr txBox="1"/>
          <p:nvPr>
            <p:ph idx="9" type="title"/>
          </p:nvPr>
        </p:nvSpPr>
        <p:spPr>
          <a:xfrm>
            <a:off x="226000" y="3996225"/>
            <a:ext cx="22827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96" name="Google Shape;196;p23"/>
          <p:cNvSpPr txBox="1"/>
          <p:nvPr>
            <p:ph idx="13" type="title"/>
          </p:nvPr>
        </p:nvSpPr>
        <p:spPr>
          <a:xfrm>
            <a:off x="3322675" y="3996228"/>
            <a:ext cx="22809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97" name="Google Shape;197;p23"/>
          <p:cNvSpPr txBox="1"/>
          <p:nvPr>
            <p:ph idx="14" type="title"/>
          </p:nvPr>
        </p:nvSpPr>
        <p:spPr>
          <a:xfrm>
            <a:off x="6419350" y="3996228"/>
            <a:ext cx="22791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98" name="Google Shape;198;p23"/>
          <p:cNvSpPr txBox="1"/>
          <p:nvPr>
            <p:ph idx="15" type="title"/>
          </p:nvPr>
        </p:nvSpPr>
        <p:spPr>
          <a:xfrm>
            <a:off x="587225"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99" name="Google Shape;199;p23"/>
          <p:cNvSpPr txBox="1"/>
          <p:nvPr>
            <p:ph idx="16" type="title"/>
          </p:nvPr>
        </p:nvSpPr>
        <p:spPr>
          <a:xfrm>
            <a:off x="3684488"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00" name="Google Shape;200;p23"/>
          <p:cNvSpPr txBox="1"/>
          <p:nvPr>
            <p:ph idx="17" type="title"/>
          </p:nvPr>
        </p:nvSpPr>
        <p:spPr>
          <a:xfrm>
            <a:off x="6781463"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01" name="Google Shape;201;p23"/>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202" name="Google Shape;202;p23"/>
          <p:cNvSpPr txBox="1"/>
          <p:nvPr>
            <p:ph idx="18" type="body"/>
          </p:nvPr>
        </p:nvSpPr>
        <p:spPr>
          <a:xfrm>
            <a:off x="226150" y="4230400"/>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3" name="Google Shape;203;p23"/>
          <p:cNvSpPr txBox="1"/>
          <p:nvPr>
            <p:ph idx="19" type="body"/>
          </p:nvPr>
        </p:nvSpPr>
        <p:spPr>
          <a:xfrm>
            <a:off x="3321928" y="423040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4" name="Google Shape;204;p23"/>
          <p:cNvSpPr txBox="1"/>
          <p:nvPr>
            <p:ph idx="20" type="body"/>
          </p:nvPr>
        </p:nvSpPr>
        <p:spPr>
          <a:xfrm>
            <a:off x="6417703" y="423040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5" name="Google Shape;205;p23"/>
          <p:cNvSpPr txBox="1"/>
          <p:nvPr>
            <p:ph idx="21" type="title"/>
          </p:nvPr>
        </p:nvSpPr>
        <p:spPr>
          <a:xfrm>
            <a:off x="3323270" y="2709108"/>
            <a:ext cx="22809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06" name="Google Shape;206;p23"/>
          <p:cNvSpPr txBox="1"/>
          <p:nvPr>
            <p:ph idx="22" type="body"/>
          </p:nvPr>
        </p:nvSpPr>
        <p:spPr>
          <a:xfrm>
            <a:off x="226150" y="2943275"/>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7" name="Google Shape;207;p23"/>
          <p:cNvSpPr txBox="1"/>
          <p:nvPr>
            <p:ph idx="23" type="body"/>
          </p:nvPr>
        </p:nvSpPr>
        <p:spPr>
          <a:xfrm>
            <a:off x="3321928" y="294328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8" name="Google Shape;208;p23"/>
          <p:cNvSpPr txBox="1"/>
          <p:nvPr>
            <p:ph idx="24" type="body"/>
          </p:nvPr>
        </p:nvSpPr>
        <p:spPr>
          <a:xfrm>
            <a:off x="6417703" y="294328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9" name="Google Shape;209;p23"/>
          <p:cNvSpPr txBox="1"/>
          <p:nvPr>
            <p:ph idx="25" type="body"/>
          </p:nvPr>
        </p:nvSpPr>
        <p:spPr>
          <a:xfrm>
            <a:off x="226150" y="1511375"/>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0" name="Google Shape;210;p23"/>
          <p:cNvSpPr txBox="1"/>
          <p:nvPr>
            <p:ph idx="26" type="body"/>
          </p:nvPr>
        </p:nvSpPr>
        <p:spPr>
          <a:xfrm>
            <a:off x="3321928" y="1511374"/>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1" name="Google Shape;211;p23"/>
          <p:cNvSpPr txBox="1"/>
          <p:nvPr>
            <p:ph idx="27" type="body"/>
          </p:nvPr>
        </p:nvSpPr>
        <p:spPr>
          <a:xfrm>
            <a:off x="6417703" y="1511374"/>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image ">
  <p:cSld name="CUSTOM_7_1_1_1_1_1_1_1_1_1_1_1_1_1_1_1_1_5_1">
    <p:spTree>
      <p:nvGrpSpPr>
        <p:cNvPr id="212" name="Shape 212"/>
        <p:cNvGrpSpPr/>
        <p:nvPr/>
      </p:nvGrpSpPr>
      <p:grpSpPr>
        <a:xfrm>
          <a:off x="0" y="0"/>
          <a:ext cx="0" cy="0"/>
          <a:chOff x="0" y="0"/>
          <a:chExt cx="0" cy="0"/>
        </a:xfrm>
      </p:grpSpPr>
      <p:sp>
        <p:nvSpPr>
          <p:cNvPr id="213" name="Google Shape;213;p24"/>
          <p:cNvSpPr txBox="1"/>
          <p:nvPr>
            <p:ph type="title"/>
          </p:nvPr>
        </p:nvSpPr>
        <p:spPr>
          <a:xfrm>
            <a:off x="2005725"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214" name="Google Shape;214;p24"/>
          <p:cNvSpPr txBox="1"/>
          <p:nvPr>
            <p:ph idx="2" type="title"/>
          </p:nvPr>
        </p:nvSpPr>
        <p:spPr>
          <a:xfrm>
            <a:off x="378325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215" name="Google Shape;215;p24"/>
          <p:cNvSpPr txBox="1"/>
          <p:nvPr>
            <p:ph idx="3" type="title"/>
          </p:nvPr>
        </p:nvSpPr>
        <p:spPr>
          <a:xfrm>
            <a:off x="556050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216" name="Google Shape;216;p24"/>
          <p:cNvSpPr txBox="1"/>
          <p:nvPr>
            <p:ph idx="4" type="title"/>
          </p:nvPr>
        </p:nvSpPr>
        <p:spPr>
          <a:xfrm>
            <a:off x="733775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217" name="Google Shape;217;p24"/>
          <p:cNvSpPr txBox="1"/>
          <p:nvPr>
            <p:ph idx="5" type="title"/>
          </p:nvPr>
        </p:nvSpPr>
        <p:spPr>
          <a:xfrm>
            <a:off x="22600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218" name="Google Shape;218;p24"/>
          <p:cNvSpPr txBox="1"/>
          <p:nvPr>
            <p:ph idx="6" type="title"/>
          </p:nvPr>
        </p:nvSpPr>
        <p:spPr>
          <a:xfrm>
            <a:off x="227250"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19" name="Google Shape;219;p24"/>
          <p:cNvSpPr txBox="1"/>
          <p:nvPr>
            <p:ph idx="7" type="title"/>
          </p:nvPr>
        </p:nvSpPr>
        <p:spPr>
          <a:xfrm>
            <a:off x="2004525"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20" name="Google Shape;220;p24"/>
          <p:cNvSpPr txBox="1"/>
          <p:nvPr>
            <p:ph idx="8" type="title"/>
          </p:nvPr>
        </p:nvSpPr>
        <p:spPr>
          <a:xfrm>
            <a:off x="3781925"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21" name="Google Shape;221;p24"/>
          <p:cNvSpPr txBox="1"/>
          <p:nvPr>
            <p:ph idx="9" type="title"/>
          </p:nvPr>
        </p:nvSpPr>
        <p:spPr>
          <a:xfrm>
            <a:off x="5559300"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22" name="Google Shape;222;p24"/>
          <p:cNvSpPr txBox="1"/>
          <p:nvPr>
            <p:ph idx="13" type="title"/>
          </p:nvPr>
        </p:nvSpPr>
        <p:spPr>
          <a:xfrm>
            <a:off x="7337425"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23" name="Google Shape;223;p24"/>
          <p:cNvSpPr txBox="1"/>
          <p:nvPr>
            <p:ph idx="14" type="title"/>
          </p:nvPr>
        </p:nvSpPr>
        <p:spPr>
          <a:xfrm>
            <a:off x="226425"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24" name="Google Shape;224;p24"/>
          <p:cNvSpPr txBox="1"/>
          <p:nvPr>
            <p:ph idx="15" type="title"/>
          </p:nvPr>
        </p:nvSpPr>
        <p:spPr>
          <a:xfrm>
            <a:off x="2003700"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25" name="Google Shape;225;p24"/>
          <p:cNvSpPr txBox="1"/>
          <p:nvPr>
            <p:ph idx="16" type="title"/>
          </p:nvPr>
        </p:nvSpPr>
        <p:spPr>
          <a:xfrm>
            <a:off x="3781100"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26" name="Google Shape;226;p24"/>
          <p:cNvSpPr txBox="1"/>
          <p:nvPr>
            <p:ph idx="17" type="title"/>
          </p:nvPr>
        </p:nvSpPr>
        <p:spPr>
          <a:xfrm>
            <a:off x="5558475"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27" name="Google Shape;227;p24"/>
          <p:cNvSpPr txBox="1"/>
          <p:nvPr>
            <p:ph idx="18" type="title"/>
          </p:nvPr>
        </p:nvSpPr>
        <p:spPr>
          <a:xfrm>
            <a:off x="7336600"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28" name="Google Shape;228;p24"/>
          <p:cNvSpPr txBox="1"/>
          <p:nvPr>
            <p:ph idx="19" type="title"/>
          </p:nvPr>
        </p:nvSpPr>
        <p:spPr>
          <a:xfrm>
            <a:off x="587225"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29" name="Google Shape;229;p24"/>
          <p:cNvSpPr txBox="1"/>
          <p:nvPr>
            <p:ph idx="20" type="title"/>
          </p:nvPr>
        </p:nvSpPr>
        <p:spPr>
          <a:xfrm>
            <a:off x="2365088"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30" name="Google Shape;230;p24"/>
          <p:cNvSpPr txBox="1"/>
          <p:nvPr>
            <p:ph idx="21" type="title"/>
          </p:nvPr>
        </p:nvSpPr>
        <p:spPr>
          <a:xfrm>
            <a:off x="4142788"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31" name="Google Shape;231;p24"/>
          <p:cNvSpPr txBox="1"/>
          <p:nvPr>
            <p:ph idx="22" type="title"/>
          </p:nvPr>
        </p:nvSpPr>
        <p:spPr>
          <a:xfrm>
            <a:off x="5921000"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32" name="Google Shape;232;p24"/>
          <p:cNvSpPr txBox="1"/>
          <p:nvPr>
            <p:ph idx="23" type="title"/>
          </p:nvPr>
        </p:nvSpPr>
        <p:spPr>
          <a:xfrm>
            <a:off x="7699213"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233" name="Google Shape;233;p24"/>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234" name="Google Shape;234;p24"/>
          <p:cNvSpPr/>
          <p:nvPr>
            <p:ph idx="24" type="pic"/>
          </p:nvPr>
        </p:nvSpPr>
        <p:spPr>
          <a:xfrm>
            <a:off x="229025" y="3718641"/>
            <a:ext cx="1580400" cy="1249200"/>
          </a:xfrm>
          <a:prstGeom prst="roundRect">
            <a:avLst>
              <a:gd fmla="val 10359" name="adj"/>
            </a:avLst>
          </a:prstGeom>
          <a:noFill/>
          <a:ln>
            <a:noFill/>
          </a:ln>
        </p:spPr>
      </p:sp>
      <p:sp>
        <p:nvSpPr>
          <p:cNvPr id="235" name="Google Shape;235;p24"/>
          <p:cNvSpPr/>
          <p:nvPr>
            <p:ph idx="25" type="pic"/>
          </p:nvPr>
        </p:nvSpPr>
        <p:spPr>
          <a:xfrm>
            <a:off x="2005675" y="3718641"/>
            <a:ext cx="1580400" cy="1249200"/>
          </a:xfrm>
          <a:prstGeom prst="roundRect">
            <a:avLst>
              <a:gd fmla="val 10359" name="adj"/>
            </a:avLst>
          </a:prstGeom>
          <a:noFill/>
          <a:ln>
            <a:noFill/>
          </a:ln>
        </p:spPr>
      </p:sp>
      <p:sp>
        <p:nvSpPr>
          <p:cNvPr id="236" name="Google Shape;236;p24"/>
          <p:cNvSpPr/>
          <p:nvPr>
            <p:ph idx="26" type="pic"/>
          </p:nvPr>
        </p:nvSpPr>
        <p:spPr>
          <a:xfrm>
            <a:off x="3784263" y="3718641"/>
            <a:ext cx="1580400" cy="1249200"/>
          </a:xfrm>
          <a:prstGeom prst="roundRect">
            <a:avLst>
              <a:gd fmla="val 10359" name="adj"/>
            </a:avLst>
          </a:prstGeom>
          <a:noFill/>
          <a:ln>
            <a:noFill/>
          </a:ln>
        </p:spPr>
      </p:sp>
      <p:sp>
        <p:nvSpPr>
          <p:cNvPr id="237" name="Google Shape;237;p24"/>
          <p:cNvSpPr/>
          <p:nvPr>
            <p:ph idx="27" type="pic"/>
          </p:nvPr>
        </p:nvSpPr>
        <p:spPr>
          <a:xfrm>
            <a:off x="5560913" y="3718641"/>
            <a:ext cx="1580400" cy="1249200"/>
          </a:xfrm>
          <a:prstGeom prst="roundRect">
            <a:avLst>
              <a:gd fmla="val 10359" name="adj"/>
            </a:avLst>
          </a:prstGeom>
          <a:noFill/>
          <a:ln>
            <a:noFill/>
          </a:ln>
        </p:spPr>
      </p:sp>
      <p:sp>
        <p:nvSpPr>
          <p:cNvPr id="238" name="Google Shape;238;p24"/>
          <p:cNvSpPr/>
          <p:nvPr>
            <p:ph idx="28" type="pic"/>
          </p:nvPr>
        </p:nvSpPr>
        <p:spPr>
          <a:xfrm>
            <a:off x="7337563" y="3718641"/>
            <a:ext cx="1580400" cy="1249200"/>
          </a:xfrm>
          <a:prstGeom prst="roundRect">
            <a:avLst>
              <a:gd fmla="val 10359" name="adj"/>
            </a:avLst>
          </a:prstGeom>
          <a:noFill/>
          <a:ln>
            <a:noFill/>
          </a:ln>
        </p:spPr>
      </p:sp>
      <p:sp>
        <p:nvSpPr>
          <p:cNvPr id="239" name="Google Shape;239;p24"/>
          <p:cNvSpPr txBox="1"/>
          <p:nvPr>
            <p:ph idx="29" type="body"/>
          </p:nvPr>
        </p:nvSpPr>
        <p:spPr>
          <a:xfrm>
            <a:off x="7337076"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0" name="Google Shape;240;p24"/>
          <p:cNvSpPr txBox="1"/>
          <p:nvPr>
            <p:ph idx="30" type="body"/>
          </p:nvPr>
        </p:nvSpPr>
        <p:spPr>
          <a:xfrm>
            <a:off x="5559688"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1" name="Google Shape;241;p24"/>
          <p:cNvSpPr txBox="1"/>
          <p:nvPr>
            <p:ph idx="31" type="body"/>
          </p:nvPr>
        </p:nvSpPr>
        <p:spPr>
          <a:xfrm>
            <a:off x="3782188"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2" name="Google Shape;242;p24"/>
          <p:cNvSpPr txBox="1"/>
          <p:nvPr>
            <p:ph idx="32" type="body"/>
          </p:nvPr>
        </p:nvSpPr>
        <p:spPr>
          <a:xfrm>
            <a:off x="2005163"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3" name="Google Shape;243;p24"/>
          <p:cNvSpPr txBox="1"/>
          <p:nvPr>
            <p:ph idx="33" type="body"/>
          </p:nvPr>
        </p:nvSpPr>
        <p:spPr>
          <a:xfrm>
            <a:off x="226738"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4" name="Google Shape;244;p24"/>
          <p:cNvSpPr txBox="1"/>
          <p:nvPr>
            <p:ph idx="34" type="body"/>
          </p:nvPr>
        </p:nvSpPr>
        <p:spPr>
          <a:xfrm>
            <a:off x="7339448"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5" name="Google Shape;245;p24"/>
          <p:cNvSpPr txBox="1"/>
          <p:nvPr>
            <p:ph idx="35" type="body"/>
          </p:nvPr>
        </p:nvSpPr>
        <p:spPr>
          <a:xfrm>
            <a:off x="5562058"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6" name="Google Shape;246;p24"/>
          <p:cNvSpPr txBox="1"/>
          <p:nvPr>
            <p:ph idx="36" type="body"/>
          </p:nvPr>
        </p:nvSpPr>
        <p:spPr>
          <a:xfrm>
            <a:off x="3784555"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7" name="Google Shape;247;p24"/>
          <p:cNvSpPr txBox="1"/>
          <p:nvPr>
            <p:ph idx="37" type="body"/>
          </p:nvPr>
        </p:nvSpPr>
        <p:spPr>
          <a:xfrm>
            <a:off x="2007528"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8" name="Google Shape;248;p24"/>
          <p:cNvSpPr txBox="1"/>
          <p:nvPr>
            <p:ph idx="38" type="body"/>
          </p:nvPr>
        </p:nvSpPr>
        <p:spPr>
          <a:xfrm>
            <a:off x="229100"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p:cSld name="CUSTOM_1_1_1">
    <p:spTree>
      <p:nvGrpSpPr>
        <p:cNvPr id="249" name="Shape 249"/>
        <p:cNvGrpSpPr/>
        <p:nvPr/>
      </p:nvGrpSpPr>
      <p:grpSpPr>
        <a:xfrm>
          <a:off x="0" y="0"/>
          <a:ext cx="0" cy="0"/>
          <a:chOff x="0" y="0"/>
          <a:chExt cx="0" cy="0"/>
        </a:xfrm>
      </p:grpSpPr>
      <p:sp>
        <p:nvSpPr>
          <p:cNvPr id="250" name="Google Shape;250;p25"/>
          <p:cNvSpPr/>
          <p:nvPr/>
        </p:nvSpPr>
        <p:spPr>
          <a:xfrm>
            <a:off x="-2450" y="486600"/>
            <a:ext cx="9144000" cy="4656900"/>
          </a:xfrm>
          <a:prstGeom prst="roundRect">
            <a:avLst>
              <a:gd fmla="val 0"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251" name="Google Shape;251;p25"/>
          <p:cNvSpPr txBox="1"/>
          <p:nvPr>
            <p:ph type="title"/>
          </p:nvPr>
        </p:nvSpPr>
        <p:spPr>
          <a:xfrm>
            <a:off x="4228867"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52" name="Google Shape;252;p25"/>
          <p:cNvSpPr txBox="1"/>
          <p:nvPr>
            <p:ph idx="2"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53" name="Google Shape;253;p25"/>
          <p:cNvSpPr txBox="1"/>
          <p:nvPr>
            <p:ph idx="3" type="title"/>
          </p:nvPr>
        </p:nvSpPr>
        <p:spPr>
          <a:xfrm>
            <a:off x="1314610"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54" name="Google Shape;254;p25"/>
          <p:cNvSpPr txBox="1"/>
          <p:nvPr>
            <p:ph idx="4" type="title"/>
          </p:nvPr>
        </p:nvSpPr>
        <p:spPr>
          <a:xfrm>
            <a:off x="2777959"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55" name="Google Shape;255;p25"/>
          <p:cNvSpPr txBox="1"/>
          <p:nvPr>
            <p:ph idx="5" type="title"/>
          </p:nvPr>
        </p:nvSpPr>
        <p:spPr>
          <a:xfrm>
            <a:off x="596525" y="753313"/>
            <a:ext cx="7062000" cy="6159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6" name="Google Shape;256;p25"/>
          <p:cNvSpPr txBox="1"/>
          <p:nvPr>
            <p:ph idx="1" type="subTitle"/>
          </p:nvPr>
        </p:nvSpPr>
        <p:spPr>
          <a:xfrm>
            <a:off x="1950863"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25"/>
          <p:cNvSpPr txBox="1"/>
          <p:nvPr>
            <p:ph idx="6" type="subTitle"/>
          </p:nvPr>
        </p:nvSpPr>
        <p:spPr>
          <a:xfrm>
            <a:off x="3726825"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8" name="Google Shape;258;p25"/>
          <p:cNvSpPr txBox="1"/>
          <p:nvPr>
            <p:ph idx="7" type="subTitle"/>
          </p:nvPr>
        </p:nvSpPr>
        <p:spPr>
          <a:xfrm>
            <a:off x="5503900"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9" name="Google Shape;259;p25"/>
          <p:cNvSpPr txBox="1"/>
          <p:nvPr>
            <p:ph idx="8" type="subTitle"/>
          </p:nvPr>
        </p:nvSpPr>
        <p:spPr>
          <a:xfrm>
            <a:off x="7282625" y="1724120"/>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0" name="Google Shape;260;p25"/>
          <p:cNvSpPr txBox="1"/>
          <p:nvPr>
            <p:ph idx="9" type="subTitle"/>
          </p:nvPr>
        </p:nvSpPr>
        <p:spPr>
          <a:xfrm>
            <a:off x="337750" y="420722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61" name="Google Shape;261;p25"/>
          <p:cNvSpPr txBox="1"/>
          <p:nvPr>
            <p:ph idx="13" type="subTitle"/>
          </p:nvPr>
        </p:nvSpPr>
        <p:spPr>
          <a:xfrm>
            <a:off x="337750" y="37373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62" name="Google Shape;262;p25"/>
          <p:cNvSpPr txBox="1"/>
          <p:nvPr>
            <p:ph idx="14" type="subTitle"/>
          </p:nvPr>
        </p:nvSpPr>
        <p:spPr>
          <a:xfrm>
            <a:off x="337750" y="32477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63" name="Google Shape;263;p25"/>
          <p:cNvSpPr txBox="1"/>
          <p:nvPr>
            <p:ph idx="15" type="subTitle"/>
          </p:nvPr>
        </p:nvSpPr>
        <p:spPr>
          <a:xfrm>
            <a:off x="337750" y="27581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64" name="Google Shape;264;p25"/>
          <p:cNvSpPr txBox="1"/>
          <p:nvPr>
            <p:ph idx="16" type="subTitle"/>
          </p:nvPr>
        </p:nvSpPr>
        <p:spPr>
          <a:xfrm>
            <a:off x="337750" y="22685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65" name="Google Shape;265;p25"/>
          <p:cNvSpPr txBox="1"/>
          <p:nvPr>
            <p:ph idx="17" type="body"/>
          </p:nvPr>
        </p:nvSpPr>
        <p:spPr>
          <a:xfrm>
            <a:off x="72790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6" name="Google Shape;266;p25"/>
          <p:cNvSpPr txBox="1"/>
          <p:nvPr>
            <p:ph idx="18" type="body"/>
          </p:nvPr>
        </p:nvSpPr>
        <p:spPr>
          <a:xfrm>
            <a:off x="72790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7" name="Google Shape;267;p25"/>
          <p:cNvSpPr txBox="1"/>
          <p:nvPr>
            <p:ph idx="19" type="body"/>
          </p:nvPr>
        </p:nvSpPr>
        <p:spPr>
          <a:xfrm>
            <a:off x="72790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8" name="Google Shape;268;p25"/>
          <p:cNvSpPr txBox="1"/>
          <p:nvPr>
            <p:ph idx="20" type="body"/>
          </p:nvPr>
        </p:nvSpPr>
        <p:spPr>
          <a:xfrm>
            <a:off x="72790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9" name="Google Shape;269;p25"/>
          <p:cNvSpPr txBox="1"/>
          <p:nvPr>
            <p:ph idx="21" type="body"/>
          </p:nvPr>
        </p:nvSpPr>
        <p:spPr>
          <a:xfrm>
            <a:off x="72790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70" name="Google Shape;270;p25"/>
          <p:cNvSpPr txBox="1"/>
          <p:nvPr>
            <p:ph idx="22" type="body"/>
          </p:nvPr>
        </p:nvSpPr>
        <p:spPr>
          <a:xfrm>
            <a:off x="55039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71" name="Google Shape;271;p25"/>
          <p:cNvSpPr txBox="1"/>
          <p:nvPr>
            <p:ph idx="23" type="body"/>
          </p:nvPr>
        </p:nvSpPr>
        <p:spPr>
          <a:xfrm>
            <a:off x="55039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72" name="Google Shape;272;p25"/>
          <p:cNvSpPr txBox="1"/>
          <p:nvPr>
            <p:ph idx="24" type="body"/>
          </p:nvPr>
        </p:nvSpPr>
        <p:spPr>
          <a:xfrm>
            <a:off x="55039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73" name="Google Shape;273;p25"/>
          <p:cNvSpPr txBox="1"/>
          <p:nvPr>
            <p:ph idx="25" type="body"/>
          </p:nvPr>
        </p:nvSpPr>
        <p:spPr>
          <a:xfrm>
            <a:off x="55039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74" name="Google Shape;274;p25"/>
          <p:cNvSpPr txBox="1"/>
          <p:nvPr>
            <p:ph idx="26" type="body"/>
          </p:nvPr>
        </p:nvSpPr>
        <p:spPr>
          <a:xfrm>
            <a:off x="55039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75" name="Google Shape;275;p25"/>
          <p:cNvSpPr txBox="1"/>
          <p:nvPr>
            <p:ph idx="27" type="body"/>
          </p:nvPr>
        </p:nvSpPr>
        <p:spPr>
          <a:xfrm>
            <a:off x="3722638"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76" name="Google Shape;276;p25"/>
          <p:cNvSpPr txBox="1"/>
          <p:nvPr>
            <p:ph idx="28" type="body"/>
          </p:nvPr>
        </p:nvSpPr>
        <p:spPr>
          <a:xfrm>
            <a:off x="3722638"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77" name="Google Shape;277;p25"/>
          <p:cNvSpPr txBox="1"/>
          <p:nvPr>
            <p:ph idx="29" type="body"/>
          </p:nvPr>
        </p:nvSpPr>
        <p:spPr>
          <a:xfrm>
            <a:off x="3722638"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78" name="Google Shape;278;p25"/>
          <p:cNvSpPr txBox="1"/>
          <p:nvPr>
            <p:ph idx="30" type="body"/>
          </p:nvPr>
        </p:nvSpPr>
        <p:spPr>
          <a:xfrm>
            <a:off x="3722638"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79" name="Google Shape;279;p25"/>
          <p:cNvSpPr txBox="1"/>
          <p:nvPr>
            <p:ph idx="31" type="body"/>
          </p:nvPr>
        </p:nvSpPr>
        <p:spPr>
          <a:xfrm>
            <a:off x="3722638"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0" name="Google Shape;280;p25"/>
          <p:cNvSpPr txBox="1"/>
          <p:nvPr>
            <p:ph idx="32" type="body"/>
          </p:nvPr>
        </p:nvSpPr>
        <p:spPr>
          <a:xfrm>
            <a:off x="1941375"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1" name="Google Shape;281;p25"/>
          <p:cNvSpPr txBox="1"/>
          <p:nvPr>
            <p:ph idx="33" type="body"/>
          </p:nvPr>
        </p:nvSpPr>
        <p:spPr>
          <a:xfrm>
            <a:off x="1941375"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2" name="Google Shape;282;p25"/>
          <p:cNvSpPr txBox="1"/>
          <p:nvPr>
            <p:ph idx="34" type="body"/>
          </p:nvPr>
        </p:nvSpPr>
        <p:spPr>
          <a:xfrm>
            <a:off x="1941375"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3" name="Google Shape;283;p25"/>
          <p:cNvSpPr txBox="1"/>
          <p:nvPr>
            <p:ph idx="35" type="body"/>
          </p:nvPr>
        </p:nvSpPr>
        <p:spPr>
          <a:xfrm>
            <a:off x="1941375"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4" name="Google Shape;284;p25"/>
          <p:cNvSpPr txBox="1"/>
          <p:nvPr>
            <p:ph idx="36" type="body"/>
          </p:nvPr>
        </p:nvSpPr>
        <p:spPr>
          <a:xfrm>
            <a:off x="1941375"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2">
  <p:cSld name="CUSTOM_1_1_1_3">
    <p:spTree>
      <p:nvGrpSpPr>
        <p:cNvPr id="285" name="Shape 285"/>
        <p:cNvGrpSpPr/>
        <p:nvPr/>
      </p:nvGrpSpPr>
      <p:grpSpPr>
        <a:xfrm>
          <a:off x="0" y="0"/>
          <a:ext cx="0" cy="0"/>
          <a:chOff x="0" y="0"/>
          <a:chExt cx="0" cy="0"/>
        </a:xfrm>
      </p:grpSpPr>
      <p:sp>
        <p:nvSpPr>
          <p:cNvPr id="286" name="Google Shape;286;p26"/>
          <p:cNvSpPr/>
          <p:nvPr/>
        </p:nvSpPr>
        <p:spPr>
          <a:xfrm>
            <a:off x="-2450" y="486600"/>
            <a:ext cx="9144000" cy="4656900"/>
          </a:xfrm>
          <a:prstGeom prst="roundRect">
            <a:avLst>
              <a:gd fmla="val 0"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287" name="Google Shape;287;p26"/>
          <p:cNvSpPr txBox="1"/>
          <p:nvPr>
            <p:ph type="title"/>
          </p:nvPr>
        </p:nvSpPr>
        <p:spPr>
          <a:xfrm>
            <a:off x="4228867"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88" name="Google Shape;288;p26"/>
          <p:cNvSpPr txBox="1"/>
          <p:nvPr>
            <p:ph idx="2"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89" name="Google Shape;289;p26"/>
          <p:cNvSpPr txBox="1"/>
          <p:nvPr>
            <p:ph idx="3" type="title"/>
          </p:nvPr>
        </p:nvSpPr>
        <p:spPr>
          <a:xfrm>
            <a:off x="1314610"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90" name="Google Shape;290;p26"/>
          <p:cNvSpPr txBox="1"/>
          <p:nvPr>
            <p:ph idx="4" type="title"/>
          </p:nvPr>
        </p:nvSpPr>
        <p:spPr>
          <a:xfrm>
            <a:off x="2777959"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91" name="Google Shape;291;p26"/>
          <p:cNvSpPr txBox="1"/>
          <p:nvPr>
            <p:ph idx="1" type="body"/>
          </p:nvPr>
        </p:nvSpPr>
        <p:spPr>
          <a:xfrm>
            <a:off x="72790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92" name="Google Shape;292;p26"/>
          <p:cNvSpPr txBox="1"/>
          <p:nvPr>
            <p:ph idx="5" type="body"/>
          </p:nvPr>
        </p:nvSpPr>
        <p:spPr>
          <a:xfrm>
            <a:off x="72790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93" name="Google Shape;293;p26"/>
          <p:cNvSpPr txBox="1"/>
          <p:nvPr>
            <p:ph idx="6" type="body"/>
          </p:nvPr>
        </p:nvSpPr>
        <p:spPr>
          <a:xfrm>
            <a:off x="72790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94" name="Google Shape;294;p26"/>
          <p:cNvSpPr txBox="1"/>
          <p:nvPr>
            <p:ph idx="7" type="body"/>
          </p:nvPr>
        </p:nvSpPr>
        <p:spPr>
          <a:xfrm>
            <a:off x="72790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95" name="Google Shape;295;p26"/>
          <p:cNvSpPr txBox="1"/>
          <p:nvPr>
            <p:ph idx="8" type="body"/>
          </p:nvPr>
        </p:nvSpPr>
        <p:spPr>
          <a:xfrm>
            <a:off x="72790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96" name="Google Shape;296;p26"/>
          <p:cNvSpPr txBox="1"/>
          <p:nvPr>
            <p:ph idx="9" type="body"/>
          </p:nvPr>
        </p:nvSpPr>
        <p:spPr>
          <a:xfrm>
            <a:off x="55039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97" name="Google Shape;297;p26"/>
          <p:cNvSpPr txBox="1"/>
          <p:nvPr>
            <p:ph idx="13" type="body"/>
          </p:nvPr>
        </p:nvSpPr>
        <p:spPr>
          <a:xfrm>
            <a:off x="55039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98" name="Google Shape;298;p26"/>
          <p:cNvSpPr txBox="1"/>
          <p:nvPr>
            <p:ph idx="14" type="body"/>
          </p:nvPr>
        </p:nvSpPr>
        <p:spPr>
          <a:xfrm>
            <a:off x="55039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99" name="Google Shape;299;p26"/>
          <p:cNvSpPr txBox="1"/>
          <p:nvPr>
            <p:ph idx="15" type="body"/>
          </p:nvPr>
        </p:nvSpPr>
        <p:spPr>
          <a:xfrm>
            <a:off x="55039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0" name="Google Shape;300;p26"/>
          <p:cNvSpPr txBox="1"/>
          <p:nvPr>
            <p:ph idx="16" type="body"/>
          </p:nvPr>
        </p:nvSpPr>
        <p:spPr>
          <a:xfrm>
            <a:off x="55039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1" name="Google Shape;301;p26"/>
          <p:cNvSpPr txBox="1"/>
          <p:nvPr>
            <p:ph idx="17" type="body"/>
          </p:nvPr>
        </p:nvSpPr>
        <p:spPr>
          <a:xfrm>
            <a:off x="3722638"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2" name="Google Shape;302;p26"/>
          <p:cNvSpPr txBox="1"/>
          <p:nvPr>
            <p:ph idx="18" type="body"/>
          </p:nvPr>
        </p:nvSpPr>
        <p:spPr>
          <a:xfrm>
            <a:off x="3722638"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3" name="Google Shape;303;p26"/>
          <p:cNvSpPr txBox="1"/>
          <p:nvPr>
            <p:ph idx="19" type="body"/>
          </p:nvPr>
        </p:nvSpPr>
        <p:spPr>
          <a:xfrm>
            <a:off x="3722638"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4" name="Google Shape;304;p26"/>
          <p:cNvSpPr txBox="1"/>
          <p:nvPr>
            <p:ph idx="20" type="body"/>
          </p:nvPr>
        </p:nvSpPr>
        <p:spPr>
          <a:xfrm>
            <a:off x="3722638"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5" name="Google Shape;305;p26"/>
          <p:cNvSpPr txBox="1"/>
          <p:nvPr>
            <p:ph idx="21" type="body"/>
          </p:nvPr>
        </p:nvSpPr>
        <p:spPr>
          <a:xfrm>
            <a:off x="3722638"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6" name="Google Shape;306;p26"/>
          <p:cNvSpPr txBox="1"/>
          <p:nvPr>
            <p:ph idx="22" type="body"/>
          </p:nvPr>
        </p:nvSpPr>
        <p:spPr>
          <a:xfrm>
            <a:off x="1941375"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7" name="Google Shape;307;p26"/>
          <p:cNvSpPr txBox="1"/>
          <p:nvPr>
            <p:ph idx="23" type="body"/>
          </p:nvPr>
        </p:nvSpPr>
        <p:spPr>
          <a:xfrm>
            <a:off x="1941375"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8" name="Google Shape;308;p26"/>
          <p:cNvSpPr txBox="1"/>
          <p:nvPr>
            <p:ph idx="24" type="body"/>
          </p:nvPr>
        </p:nvSpPr>
        <p:spPr>
          <a:xfrm>
            <a:off x="1941375"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9" name="Google Shape;309;p26"/>
          <p:cNvSpPr txBox="1"/>
          <p:nvPr>
            <p:ph idx="25" type="body"/>
          </p:nvPr>
        </p:nvSpPr>
        <p:spPr>
          <a:xfrm>
            <a:off x="1941375"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0" name="Google Shape;310;p26"/>
          <p:cNvSpPr txBox="1"/>
          <p:nvPr>
            <p:ph idx="26" type="body"/>
          </p:nvPr>
        </p:nvSpPr>
        <p:spPr>
          <a:xfrm>
            <a:off x="1941375"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1" name="Google Shape;311;p26"/>
          <p:cNvSpPr txBox="1"/>
          <p:nvPr>
            <p:ph idx="27" type="subTitle"/>
          </p:nvPr>
        </p:nvSpPr>
        <p:spPr>
          <a:xfrm>
            <a:off x="7282625" y="1724120"/>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2" name="Google Shape;312;p26"/>
          <p:cNvSpPr txBox="1"/>
          <p:nvPr>
            <p:ph idx="28" type="subTitle"/>
          </p:nvPr>
        </p:nvSpPr>
        <p:spPr>
          <a:xfrm>
            <a:off x="337750" y="420722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313" name="Google Shape;313;p26"/>
          <p:cNvSpPr txBox="1"/>
          <p:nvPr>
            <p:ph idx="29" type="subTitle"/>
          </p:nvPr>
        </p:nvSpPr>
        <p:spPr>
          <a:xfrm>
            <a:off x="337750" y="37373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314" name="Google Shape;314;p26"/>
          <p:cNvSpPr txBox="1"/>
          <p:nvPr>
            <p:ph idx="30" type="subTitle"/>
          </p:nvPr>
        </p:nvSpPr>
        <p:spPr>
          <a:xfrm>
            <a:off x="337750" y="32477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315" name="Google Shape;315;p26"/>
          <p:cNvSpPr txBox="1"/>
          <p:nvPr>
            <p:ph idx="31" type="subTitle"/>
          </p:nvPr>
        </p:nvSpPr>
        <p:spPr>
          <a:xfrm>
            <a:off x="337750" y="27581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316" name="Google Shape;316;p26"/>
          <p:cNvSpPr txBox="1"/>
          <p:nvPr>
            <p:ph idx="32" type="subTitle"/>
          </p:nvPr>
        </p:nvSpPr>
        <p:spPr>
          <a:xfrm>
            <a:off x="337750" y="22685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317" name="Google Shape;317;p26"/>
          <p:cNvSpPr txBox="1"/>
          <p:nvPr>
            <p:ph idx="33" type="title"/>
          </p:nvPr>
        </p:nvSpPr>
        <p:spPr>
          <a:xfrm>
            <a:off x="596525" y="753313"/>
            <a:ext cx="7062000" cy="6159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8" name="Google Shape;318;p26"/>
          <p:cNvSpPr txBox="1"/>
          <p:nvPr>
            <p:ph idx="34" type="subTitle"/>
          </p:nvPr>
        </p:nvSpPr>
        <p:spPr>
          <a:xfrm>
            <a:off x="1950863"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9" name="Google Shape;319;p26"/>
          <p:cNvSpPr txBox="1"/>
          <p:nvPr>
            <p:ph idx="35" type="subTitle"/>
          </p:nvPr>
        </p:nvSpPr>
        <p:spPr>
          <a:xfrm>
            <a:off x="3726825"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0" name="Google Shape;320;p26"/>
          <p:cNvSpPr txBox="1"/>
          <p:nvPr>
            <p:ph idx="36" type="subTitle"/>
          </p:nvPr>
        </p:nvSpPr>
        <p:spPr>
          <a:xfrm>
            <a:off x="5503900"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731">
          <p15:clr>
            <a:srgbClr val="E46962"/>
          </p15:clr>
        </p15:guide>
        <p15:guide id="2" orient="horz" pos="2435">
          <p15:clr>
            <a:srgbClr val="E46962"/>
          </p15:clr>
        </p15:guide>
        <p15:guide id="3" orient="horz" pos="1819">
          <p15:clr>
            <a:srgbClr val="E46962"/>
          </p15:clr>
        </p15:guide>
        <p15:guide id="4" orient="horz" pos="2129">
          <p15:clr>
            <a:srgbClr val="E46962"/>
          </p15:clr>
        </p15:guide>
        <p15:guide id="5" orient="horz" pos="151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and folder background">
  <p:cSld name="CUSTOM_1_1">
    <p:spTree>
      <p:nvGrpSpPr>
        <p:cNvPr id="321" name="Shape 321"/>
        <p:cNvGrpSpPr/>
        <p:nvPr/>
      </p:nvGrpSpPr>
      <p:grpSpPr>
        <a:xfrm>
          <a:off x="0" y="0"/>
          <a:ext cx="0" cy="0"/>
          <a:chOff x="0" y="0"/>
          <a:chExt cx="0" cy="0"/>
        </a:xfrm>
      </p:grpSpPr>
      <p:sp>
        <p:nvSpPr>
          <p:cNvPr id="322" name="Google Shape;322;p27"/>
          <p:cNvSpPr/>
          <p:nvPr/>
        </p:nvSpPr>
        <p:spPr>
          <a:xfrm>
            <a:off x="-2450" y="486600"/>
            <a:ext cx="9144000" cy="4656900"/>
          </a:xfrm>
          <a:prstGeom prst="roundRect">
            <a:avLst>
              <a:gd fmla="val 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323" name="Google Shape;323;p27"/>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324" name="Google Shape;324;p27"/>
          <p:cNvSpPr txBox="1"/>
          <p:nvPr>
            <p:ph idx="2"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325" name="Google Shape;325;p27"/>
          <p:cNvSpPr txBox="1"/>
          <p:nvPr>
            <p:ph idx="3" type="subTitle"/>
          </p:nvPr>
        </p:nvSpPr>
        <p:spPr>
          <a:xfrm>
            <a:off x="57241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326" name="Google Shape;326;p27"/>
          <p:cNvSpPr txBox="1"/>
          <p:nvPr>
            <p:ph type="title"/>
          </p:nvPr>
        </p:nvSpPr>
        <p:spPr>
          <a:xfrm>
            <a:off x="2777959"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327" name="Google Shape;327;p27"/>
          <p:cNvSpPr txBox="1"/>
          <p:nvPr>
            <p:ph idx="4" type="subTitle"/>
          </p:nvPr>
        </p:nvSpPr>
        <p:spPr>
          <a:xfrm>
            <a:off x="4617888" y="2276000"/>
            <a:ext cx="4291500" cy="525600"/>
          </a:xfrm>
          <a:prstGeom prst="rect">
            <a:avLst/>
          </a:prstGeom>
        </p:spPr>
        <p:txBody>
          <a:bodyPr anchorCtr="0" anchor="t" bIns="0" lIns="180000" spcFirstLastPara="1" rIns="180000" wrap="square" tIns="90000">
            <a:normAutofit/>
          </a:bodyPr>
          <a:lstStyle>
            <a:lvl1pPr lvl="0">
              <a:spcBef>
                <a:spcPts val="0"/>
              </a:spcBef>
              <a:spcAft>
                <a:spcPts val="0"/>
              </a:spcAft>
              <a:buClr>
                <a:schemeClr val="dk1"/>
              </a:buClr>
              <a:buSzPts val="1600"/>
              <a:buFont typeface="Neuton Light"/>
              <a:buNone/>
              <a:defRPr sz="1600">
                <a:latin typeface="Neuton Light"/>
                <a:ea typeface="Neuton Light"/>
                <a:cs typeface="Neuton Light"/>
                <a:sym typeface="Neuton Light"/>
              </a:defRPr>
            </a:lvl1pPr>
            <a:lvl2pPr lvl="1">
              <a:spcBef>
                <a:spcPts val="0"/>
              </a:spcBef>
              <a:spcAft>
                <a:spcPts val="0"/>
              </a:spcAft>
              <a:buSzPts val="1600"/>
              <a:buFont typeface="Neuton Light"/>
              <a:buNone/>
              <a:defRPr sz="1600">
                <a:latin typeface="Neuton Light"/>
                <a:ea typeface="Neuton Light"/>
                <a:cs typeface="Neuton Light"/>
                <a:sym typeface="Neuton Light"/>
              </a:defRPr>
            </a:lvl2pPr>
            <a:lvl3pPr lvl="2">
              <a:spcBef>
                <a:spcPts val="0"/>
              </a:spcBef>
              <a:spcAft>
                <a:spcPts val="0"/>
              </a:spcAft>
              <a:buSzPts val="1600"/>
              <a:buFont typeface="Neuton Light"/>
              <a:buNone/>
              <a:defRPr sz="1600">
                <a:latin typeface="Neuton Light"/>
                <a:ea typeface="Neuton Light"/>
                <a:cs typeface="Neuton Light"/>
                <a:sym typeface="Neuton Light"/>
              </a:defRPr>
            </a:lvl3pPr>
            <a:lvl4pPr lvl="3">
              <a:spcBef>
                <a:spcPts val="0"/>
              </a:spcBef>
              <a:spcAft>
                <a:spcPts val="0"/>
              </a:spcAft>
              <a:buSzPts val="1600"/>
              <a:buFont typeface="Neuton Light"/>
              <a:buNone/>
              <a:defRPr sz="1600">
                <a:latin typeface="Neuton Light"/>
                <a:ea typeface="Neuton Light"/>
                <a:cs typeface="Neuton Light"/>
                <a:sym typeface="Neuton Light"/>
              </a:defRPr>
            </a:lvl4pPr>
            <a:lvl5pPr lvl="4">
              <a:spcBef>
                <a:spcPts val="0"/>
              </a:spcBef>
              <a:spcAft>
                <a:spcPts val="0"/>
              </a:spcAft>
              <a:buSzPts val="1600"/>
              <a:buFont typeface="Neuton Light"/>
              <a:buNone/>
              <a:defRPr sz="1600">
                <a:latin typeface="Neuton Light"/>
                <a:ea typeface="Neuton Light"/>
                <a:cs typeface="Neuton Light"/>
                <a:sym typeface="Neuton Light"/>
              </a:defRPr>
            </a:lvl5pPr>
            <a:lvl6pPr lvl="5">
              <a:spcBef>
                <a:spcPts val="0"/>
              </a:spcBef>
              <a:spcAft>
                <a:spcPts val="0"/>
              </a:spcAft>
              <a:buSzPts val="1600"/>
              <a:buFont typeface="Neuton Light"/>
              <a:buNone/>
              <a:defRPr sz="1600">
                <a:latin typeface="Neuton Light"/>
                <a:ea typeface="Neuton Light"/>
                <a:cs typeface="Neuton Light"/>
                <a:sym typeface="Neuton Light"/>
              </a:defRPr>
            </a:lvl6pPr>
            <a:lvl7pPr lvl="6">
              <a:spcBef>
                <a:spcPts val="0"/>
              </a:spcBef>
              <a:spcAft>
                <a:spcPts val="0"/>
              </a:spcAft>
              <a:buSzPts val="1600"/>
              <a:buFont typeface="Neuton Light"/>
              <a:buNone/>
              <a:defRPr sz="1600">
                <a:latin typeface="Neuton Light"/>
                <a:ea typeface="Neuton Light"/>
                <a:cs typeface="Neuton Light"/>
                <a:sym typeface="Neuton Light"/>
              </a:defRPr>
            </a:lvl7pPr>
            <a:lvl8pPr lvl="7">
              <a:spcBef>
                <a:spcPts val="0"/>
              </a:spcBef>
              <a:spcAft>
                <a:spcPts val="0"/>
              </a:spcAft>
              <a:buSzPts val="1600"/>
              <a:buFont typeface="Neuton Light"/>
              <a:buNone/>
              <a:defRPr sz="1600">
                <a:latin typeface="Neuton Light"/>
                <a:ea typeface="Neuton Light"/>
                <a:cs typeface="Neuton Light"/>
                <a:sym typeface="Neuton Light"/>
              </a:defRPr>
            </a:lvl8pPr>
            <a:lvl9pPr lvl="8">
              <a:spcBef>
                <a:spcPts val="0"/>
              </a:spcBef>
              <a:spcAft>
                <a:spcPts val="0"/>
              </a:spcAft>
              <a:buSzPts val="1600"/>
              <a:buFont typeface="Neuton Light"/>
              <a:buNone/>
              <a:defRPr sz="1600">
                <a:latin typeface="Neuton Light"/>
                <a:ea typeface="Neuton Light"/>
                <a:cs typeface="Neuton Light"/>
                <a:sym typeface="Neuton Light"/>
              </a:defRPr>
            </a:lvl9pPr>
          </a:lstStyle>
          <a:p/>
        </p:txBody>
      </p:sp>
      <p:cxnSp>
        <p:nvCxnSpPr>
          <p:cNvPr id="328" name="Google Shape;328;p27"/>
          <p:cNvCxnSpPr/>
          <p:nvPr/>
        </p:nvCxnSpPr>
        <p:spPr>
          <a:xfrm rot="10800000">
            <a:off x="5397992" y="3025650"/>
            <a:ext cx="0" cy="1576800"/>
          </a:xfrm>
          <a:prstGeom prst="straightConnector1">
            <a:avLst/>
          </a:prstGeom>
          <a:noFill/>
          <a:ln cap="flat" cmpd="sng" w="9525">
            <a:solidFill>
              <a:schemeClr val="dk1"/>
            </a:solidFill>
            <a:prstDash val="dot"/>
            <a:round/>
            <a:headEnd len="sm" w="sm" type="none"/>
            <a:tailEnd len="sm" w="sm" type="none"/>
          </a:ln>
        </p:spPr>
      </p:cxnSp>
      <p:cxnSp>
        <p:nvCxnSpPr>
          <p:cNvPr id="329" name="Google Shape;329;p27"/>
          <p:cNvCxnSpPr/>
          <p:nvPr/>
        </p:nvCxnSpPr>
        <p:spPr>
          <a:xfrm rot="10800000">
            <a:off x="6114201" y="3025007"/>
            <a:ext cx="0" cy="1576800"/>
          </a:xfrm>
          <a:prstGeom prst="straightConnector1">
            <a:avLst/>
          </a:prstGeom>
          <a:noFill/>
          <a:ln cap="flat" cmpd="sng" w="9525">
            <a:solidFill>
              <a:schemeClr val="dk1"/>
            </a:solidFill>
            <a:prstDash val="dot"/>
            <a:round/>
            <a:headEnd len="sm" w="sm" type="none"/>
            <a:tailEnd len="sm" w="sm" type="none"/>
          </a:ln>
        </p:spPr>
      </p:cxnSp>
      <p:cxnSp>
        <p:nvCxnSpPr>
          <p:cNvPr id="330" name="Google Shape;330;p27"/>
          <p:cNvCxnSpPr/>
          <p:nvPr/>
        </p:nvCxnSpPr>
        <p:spPr>
          <a:xfrm rot="10800000">
            <a:off x="6816098" y="3025650"/>
            <a:ext cx="0" cy="1576800"/>
          </a:xfrm>
          <a:prstGeom prst="straightConnector1">
            <a:avLst/>
          </a:prstGeom>
          <a:noFill/>
          <a:ln cap="flat" cmpd="sng" w="9525">
            <a:solidFill>
              <a:schemeClr val="dk1"/>
            </a:solidFill>
            <a:prstDash val="dot"/>
            <a:round/>
            <a:headEnd len="sm" w="sm" type="none"/>
            <a:tailEnd len="sm" w="sm" type="none"/>
          </a:ln>
        </p:spPr>
      </p:cxnSp>
      <p:cxnSp>
        <p:nvCxnSpPr>
          <p:cNvPr id="331" name="Google Shape;331;p27"/>
          <p:cNvCxnSpPr/>
          <p:nvPr/>
        </p:nvCxnSpPr>
        <p:spPr>
          <a:xfrm rot="10800000">
            <a:off x="7517325" y="3025650"/>
            <a:ext cx="0" cy="1576800"/>
          </a:xfrm>
          <a:prstGeom prst="straightConnector1">
            <a:avLst/>
          </a:prstGeom>
          <a:noFill/>
          <a:ln cap="flat" cmpd="sng" w="9525">
            <a:solidFill>
              <a:schemeClr val="dk1"/>
            </a:solidFill>
            <a:prstDash val="dot"/>
            <a:round/>
            <a:headEnd len="sm" w="sm" type="none"/>
            <a:tailEnd len="sm" w="sm" type="none"/>
          </a:ln>
        </p:spPr>
      </p:cxnSp>
      <p:cxnSp>
        <p:nvCxnSpPr>
          <p:cNvPr id="332" name="Google Shape;332;p27"/>
          <p:cNvCxnSpPr/>
          <p:nvPr/>
        </p:nvCxnSpPr>
        <p:spPr>
          <a:xfrm rot="10800000">
            <a:off x="8218904" y="3025011"/>
            <a:ext cx="0" cy="1576800"/>
          </a:xfrm>
          <a:prstGeom prst="straightConnector1">
            <a:avLst/>
          </a:prstGeom>
          <a:noFill/>
          <a:ln cap="flat" cmpd="sng" w="9525">
            <a:solidFill>
              <a:schemeClr val="dk1"/>
            </a:solidFill>
            <a:prstDash val="dot"/>
            <a:round/>
            <a:headEnd len="sm" w="sm" type="none"/>
            <a:tailEnd len="sm" w="sm" type="none"/>
          </a:ln>
        </p:spPr>
      </p:cxnSp>
      <p:cxnSp>
        <p:nvCxnSpPr>
          <p:cNvPr id="333" name="Google Shape;333;p27"/>
          <p:cNvCxnSpPr/>
          <p:nvPr/>
        </p:nvCxnSpPr>
        <p:spPr>
          <a:xfrm rot="10800000">
            <a:off x="5043384" y="4397242"/>
            <a:ext cx="3684900" cy="0"/>
          </a:xfrm>
          <a:prstGeom prst="straightConnector1">
            <a:avLst/>
          </a:prstGeom>
          <a:noFill/>
          <a:ln cap="flat" cmpd="sng" w="9525">
            <a:solidFill>
              <a:schemeClr val="dk1"/>
            </a:solidFill>
            <a:prstDash val="dot"/>
            <a:round/>
            <a:headEnd len="sm" w="sm" type="none"/>
            <a:tailEnd len="sm" w="sm" type="none"/>
          </a:ln>
        </p:spPr>
      </p:cxnSp>
      <p:cxnSp>
        <p:nvCxnSpPr>
          <p:cNvPr id="334" name="Google Shape;334;p27"/>
          <p:cNvCxnSpPr/>
          <p:nvPr/>
        </p:nvCxnSpPr>
        <p:spPr>
          <a:xfrm rot="10800000">
            <a:off x="5043384" y="4106948"/>
            <a:ext cx="3684900" cy="0"/>
          </a:xfrm>
          <a:prstGeom prst="straightConnector1">
            <a:avLst/>
          </a:prstGeom>
          <a:noFill/>
          <a:ln cap="flat" cmpd="sng" w="9525">
            <a:solidFill>
              <a:schemeClr val="dk1"/>
            </a:solidFill>
            <a:prstDash val="dot"/>
            <a:round/>
            <a:headEnd len="sm" w="sm" type="none"/>
            <a:tailEnd len="sm" w="sm" type="none"/>
          </a:ln>
        </p:spPr>
      </p:cxnSp>
      <p:cxnSp>
        <p:nvCxnSpPr>
          <p:cNvPr id="335" name="Google Shape;335;p27"/>
          <p:cNvCxnSpPr/>
          <p:nvPr/>
        </p:nvCxnSpPr>
        <p:spPr>
          <a:xfrm rot="10800000">
            <a:off x="5043384" y="3813733"/>
            <a:ext cx="3684900" cy="0"/>
          </a:xfrm>
          <a:prstGeom prst="straightConnector1">
            <a:avLst/>
          </a:prstGeom>
          <a:noFill/>
          <a:ln cap="flat" cmpd="sng" w="9525">
            <a:solidFill>
              <a:schemeClr val="dk1"/>
            </a:solidFill>
            <a:prstDash val="dot"/>
            <a:round/>
            <a:headEnd len="sm" w="sm" type="none"/>
            <a:tailEnd len="sm" w="sm" type="none"/>
          </a:ln>
        </p:spPr>
      </p:cxnSp>
      <p:cxnSp>
        <p:nvCxnSpPr>
          <p:cNvPr id="336" name="Google Shape;336;p27"/>
          <p:cNvCxnSpPr/>
          <p:nvPr/>
        </p:nvCxnSpPr>
        <p:spPr>
          <a:xfrm rot="10800000">
            <a:off x="5043384" y="3521491"/>
            <a:ext cx="3684900" cy="0"/>
          </a:xfrm>
          <a:prstGeom prst="straightConnector1">
            <a:avLst/>
          </a:prstGeom>
          <a:noFill/>
          <a:ln cap="flat" cmpd="sng" w="9525">
            <a:solidFill>
              <a:schemeClr val="dk1"/>
            </a:solidFill>
            <a:prstDash val="dot"/>
            <a:round/>
            <a:headEnd len="sm" w="sm" type="none"/>
            <a:tailEnd len="sm" w="sm" type="none"/>
          </a:ln>
        </p:spPr>
      </p:cxnSp>
      <p:cxnSp>
        <p:nvCxnSpPr>
          <p:cNvPr id="337" name="Google Shape;337;p27"/>
          <p:cNvCxnSpPr/>
          <p:nvPr/>
        </p:nvCxnSpPr>
        <p:spPr>
          <a:xfrm rot="10800000">
            <a:off x="5043384" y="3228574"/>
            <a:ext cx="3684900" cy="0"/>
          </a:xfrm>
          <a:prstGeom prst="straightConnector1">
            <a:avLst/>
          </a:prstGeom>
          <a:noFill/>
          <a:ln cap="flat" cmpd="sng" w="9525">
            <a:solidFill>
              <a:schemeClr val="dk1"/>
            </a:solidFill>
            <a:prstDash val="dot"/>
            <a:round/>
            <a:headEnd len="sm" w="sm" type="none"/>
            <a:tailEnd len="sm" w="sm" type="none"/>
          </a:ln>
        </p:spPr>
      </p:cxnSp>
      <p:cxnSp>
        <p:nvCxnSpPr>
          <p:cNvPr id="338" name="Google Shape;338;p27"/>
          <p:cNvCxnSpPr/>
          <p:nvPr/>
        </p:nvCxnSpPr>
        <p:spPr>
          <a:xfrm rot="10800000">
            <a:off x="5043640" y="4602364"/>
            <a:ext cx="3684900" cy="0"/>
          </a:xfrm>
          <a:prstGeom prst="straightConnector1">
            <a:avLst/>
          </a:prstGeom>
          <a:noFill/>
          <a:ln cap="flat" cmpd="sng" w="9525">
            <a:solidFill>
              <a:schemeClr val="dk1"/>
            </a:solidFill>
            <a:prstDash val="solid"/>
            <a:round/>
            <a:headEnd len="sm" w="sm" type="none"/>
            <a:tailEnd len="sm" w="sm" type="none"/>
          </a:ln>
        </p:spPr>
      </p:cxnSp>
      <p:cxnSp>
        <p:nvCxnSpPr>
          <p:cNvPr id="339" name="Google Shape;339;p27"/>
          <p:cNvCxnSpPr/>
          <p:nvPr/>
        </p:nvCxnSpPr>
        <p:spPr>
          <a:xfrm rot="10800000">
            <a:off x="5043455" y="3022856"/>
            <a:ext cx="0" cy="1582200"/>
          </a:xfrm>
          <a:prstGeom prst="straightConnector1">
            <a:avLst/>
          </a:prstGeom>
          <a:noFill/>
          <a:ln cap="flat" cmpd="sng" w="9525">
            <a:solidFill>
              <a:schemeClr val="dk1"/>
            </a:solidFill>
            <a:prstDash val="solid"/>
            <a:round/>
            <a:headEnd len="sm" w="sm" type="none"/>
            <a:tailEnd len="sm" w="sm" type="none"/>
          </a:ln>
        </p:spPr>
      </p:cxnSp>
      <p:sp>
        <p:nvSpPr>
          <p:cNvPr id="340" name="Google Shape;340;p27"/>
          <p:cNvSpPr txBox="1"/>
          <p:nvPr>
            <p:ph idx="5" type="subTitle"/>
          </p:nvPr>
        </p:nvSpPr>
        <p:spPr>
          <a:xfrm>
            <a:off x="392000" y="4601800"/>
            <a:ext cx="9165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1" name="Google Shape;341;p27"/>
          <p:cNvSpPr txBox="1"/>
          <p:nvPr>
            <p:ph idx="6" type="subTitle"/>
          </p:nvPr>
        </p:nvSpPr>
        <p:spPr>
          <a:xfrm>
            <a:off x="1390838" y="4601800"/>
            <a:ext cx="9165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2" name="Google Shape;342;p27"/>
          <p:cNvSpPr txBox="1"/>
          <p:nvPr>
            <p:ph idx="7" type="subTitle"/>
          </p:nvPr>
        </p:nvSpPr>
        <p:spPr>
          <a:xfrm>
            <a:off x="2389500" y="4602800"/>
            <a:ext cx="903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3" name="Google Shape;343;p27"/>
          <p:cNvSpPr txBox="1"/>
          <p:nvPr>
            <p:ph idx="8" type="subTitle"/>
          </p:nvPr>
        </p:nvSpPr>
        <p:spPr>
          <a:xfrm>
            <a:off x="3388150" y="4601800"/>
            <a:ext cx="9603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4" name="Google Shape;344;p27"/>
          <p:cNvSpPr txBox="1"/>
          <p:nvPr>
            <p:ph idx="9" type="subTitle"/>
          </p:nvPr>
        </p:nvSpPr>
        <p:spPr>
          <a:xfrm>
            <a:off x="392025" y="4022425"/>
            <a:ext cx="916500" cy="579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5" name="Google Shape;345;p27"/>
          <p:cNvSpPr txBox="1"/>
          <p:nvPr>
            <p:ph idx="13" type="subTitle"/>
          </p:nvPr>
        </p:nvSpPr>
        <p:spPr>
          <a:xfrm>
            <a:off x="1391050" y="3875575"/>
            <a:ext cx="916500" cy="726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6" name="Google Shape;346;p27"/>
          <p:cNvSpPr txBox="1"/>
          <p:nvPr>
            <p:ph idx="14" type="subTitle"/>
          </p:nvPr>
        </p:nvSpPr>
        <p:spPr>
          <a:xfrm>
            <a:off x="2390200" y="3875575"/>
            <a:ext cx="916500" cy="726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7" name="Google Shape;347;p27"/>
          <p:cNvSpPr txBox="1"/>
          <p:nvPr>
            <p:ph idx="15" type="subTitle"/>
          </p:nvPr>
        </p:nvSpPr>
        <p:spPr>
          <a:xfrm>
            <a:off x="3394525" y="4022425"/>
            <a:ext cx="954000" cy="579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8" name="Google Shape;348;p27"/>
          <p:cNvSpPr txBox="1"/>
          <p:nvPr>
            <p:ph idx="16" type="subTitle"/>
          </p:nvPr>
        </p:nvSpPr>
        <p:spPr>
          <a:xfrm>
            <a:off x="227625" y="2276000"/>
            <a:ext cx="4291500" cy="525600"/>
          </a:xfrm>
          <a:prstGeom prst="rect">
            <a:avLst/>
          </a:prstGeom>
        </p:spPr>
        <p:txBody>
          <a:bodyPr anchorCtr="0" anchor="t" bIns="0" lIns="180000" spcFirstLastPara="1" rIns="180000" wrap="square" tIns="90000">
            <a:normAutofit/>
          </a:bodyPr>
          <a:lstStyle>
            <a:lvl1pPr lvl="0">
              <a:spcBef>
                <a:spcPts val="0"/>
              </a:spcBef>
              <a:spcAft>
                <a:spcPts val="0"/>
              </a:spcAft>
              <a:buClr>
                <a:schemeClr val="dk1"/>
              </a:buClr>
              <a:buSzPts val="1600"/>
              <a:buFont typeface="Neuton Light"/>
              <a:buNone/>
              <a:defRPr sz="1600">
                <a:latin typeface="Neuton Light"/>
                <a:ea typeface="Neuton Light"/>
                <a:cs typeface="Neuton Light"/>
                <a:sym typeface="Neuton Light"/>
              </a:defRPr>
            </a:lvl1pPr>
            <a:lvl2pPr lvl="1">
              <a:spcBef>
                <a:spcPts val="0"/>
              </a:spcBef>
              <a:spcAft>
                <a:spcPts val="0"/>
              </a:spcAft>
              <a:buSzPts val="1600"/>
              <a:buFont typeface="Neuton Light"/>
              <a:buNone/>
              <a:defRPr sz="1600">
                <a:latin typeface="Neuton Light"/>
                <a:ea typeface="Neuton Light"/>
                <a:cs typeface="Neuton Light"/>
                <a:sym typeface="Neuton Light"/>
              </a:defRPr>
            </a:lvl2pPr>
            <a:lvl3pPr lvl="2">
              <a:spcBef>
                <a:spcPts val="0"/>
              </a:spcBef>
              <a:spcAft>
                <a:spcPts val="0"/>
              </a:spcAft>
              <a:buSzPts val="1600"/>
              <a:buFont typeface="Neuton Light"/>
              <a:buNone/>
              <a:defRPr sz="1600">
                <a:latin typeface="Neuton Light"/>
                <a:ea typeface="Neuton Light"/>
                <a:cs typeface="Neuton Light"/>
                <a:sym typeface="Neuton Light"/>
              </a:defRPr>
            </a:lvl3pPr>
            <a:lvl4pPr lvl="3">
              <a:spcBef>
                <a:spcPts val="0"/>
              </a:spcBef>
              <a:spcAft>
                <a:spcPts val="0"/>
              </a:spcAft>
              <a:buSzPts val="1600"/>
              <a:buFont typeface="Neuton Light"/>
              <a:buNone/>
              <a:defRPr sz="1600">
                <a:latin typeface="Neuton Light"/>
                <a:ea typeface="Neuton Light"/>
                <a:cs typeface="Neuton Light"/>
                <a:sym typeface="Neuton Light"/>
              </a:defRPr>
            </a:lvl4pPr>
            <a:lvl5pPr lvl="4">
              <a:spcBef>
                <a:spcPts val="0"/>
              </a:spcBef>
              <a:spcAft>
                <a:spcPts val="0"/>
              </a:spcAft>
              <a:buSzPts val="1600"/>
              <a:buFont typeface="Neuton Light"/>
              <a:buNone/>
              <a:defRPr sz="1600">
                <a:latin typeface="Neuton Light"/>
                <a:ea typeface="Neuton Light"/>
                <a:cs typeface="Neuton Light"/>
                <a:sym typeface="Neuton Light"/>
              </a:defRPr>
            </a:lvl5pPr>
            <a:lvl6pPr lvl="5">
              <a:spcBef>
                <a:spcPts val="0"/>
              </a:spcBef>
              <a:spcAft>
                <a:spcPts val="0"/>
              </a:spcAft>
              <a:buSzPts val="1600"/>
              <a:buFont typeface="Neuton Light"/>
              <a:buNone/>
              <a:defRPr sz="1600">
                <a:latin typeface="Neuton Light"/>
                <a:ea typeface="Neuton Light"/>
                <a:cs typeface="Neuton Light"/>
                <a:sym typeface="Neuton Light"/>
              </a:defRPr>
            </a:lvl6pPr>
            <a:lvl7pPr lvl="6">
              <a:spcBef>
                <a:spcPts val="0"/>
              </a:spcBef>
              <a:spcAft>
                <a:spcPts val="0"/>
              </a:spcAft>
              <a:buSzPts val="1600"/>
              <a:buFont typeface="Neuton Light"/>
              <a:buNone/>
              <a:defRPr sz="1600">
                <a:latin typeface="Neuton Light"/>
                <a:ea typeface="Neuton Light"/>
                <a:cs typeface="Neuton Light"/>
                <a:sym typeface="Neuton Light"/>
              </a:defRPr>
            </a:lvl7pPr>
            <a:lvl8pPr lvl="7">
              <a:spcBef>
                <a:spcPts val="0"/>
              </a:spcBef>
              <a:spcAft>
                <a:spcPts val="0"/>
              </a:spcAft>
              <a:buSzPts val="1600"/>
              <a:buFont typeface="Neuton Light"/>
              <a:buNone/>
              <a:defRPr sz="1600">
                <a:latin typeface="Neuton Light"/>
                <a:ea typeface="Neuton Light"/>
                <a:cs typeface="Neuton Light"/>
                <a:sym typeface="Neuton Light"/>
              </a:defRPr>
            </a:lvl8pPr>
            <a:lvl9pPr lvl="8">
              <a:spcBef>
                <a:spcPts val="0"/>
              </a:spcBef>
              <a:spcAft>
                <a:spcPts val="0"/>
              </a:spcAft>
              <a:buSzPts val="1600"/>
              <a:buFont typeface="Neuton Light"/>
              <a:buNone/>
              <a:defRPr sz="1600">
                <a:latin typeface="Neuton Light"/>
                <a:ea typeface="Neuton Light"/>
                <a:cs typeface="Neuton Light"/>
                <a:sym typeface="Neuton Light"/>
              </a:defRPr>
            </a:lvl9pPr>
          </a:lstStyle>
          <a:p/>
        </p:txBody>
      </p:sp>
      <p:sp>
        <p:nvSpPr>
          <p:cNvPr id="349" name="Google Shape;349;p27"/>
          <p:cNvSpPr txBox="1"/>
          <p:nvPr>
            <p:ph idx="17" type="subTitle"/>
          </p:nvPr>
        </p:nvSpPr>
        <p:spPr>
          <a:xfrm>
            <a:off x="5401957"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0" name="Google Shape;350;p27"/>
          <p:cNvSpPr txBox="1"/>
          <p:nvPr>
            <p:ph idx="18" type="subTitle"/>
          </p:nvPr>
        </p:nvSpPr>
        <p:spPr>
          <a:xfrm>
            <a:off x="6104132"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1" name="Google Shape;351;p27"/>
          <p:cNvSpPr txBox="1"/>
          <p:nvPr>
            <p:ph idx="19" type="subTitle"/>
          </p:nvPr>
        </p:nvSpPr>
        <p:spPr>
          <a:xfrm>
            <a:off x="6811663"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2" name="Google Shape;352;p27"/>
          <p:cNvSpPr txBox="1"/>
          <p:nvPr>
            <p:ph idx="20" type="subTitle"/>
          </p:nvPr>
        </p:nvSpPr>
        <p:spPr>
          <a:xfrm>
            <a:off x="8220182"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3" name="Google Shape;353;p27"/>
          <p:cNvSpPr txBox="1"/>
          <p:nvPr>
            <p:ph idx="21" type="subTitle"/>
          </p:nvPr>
        </p:nvSpPr>
        <p:spPr>
          <a:xfrm>
            <a:off x="7516525"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4" name="Google Shape;354;p27"/>
          <p:cNvSpPr txBox="1"/>
          <p:nvPr>
            <p:ph idx="22" type="subTitle"/>
          </p:nvPr>
        </p:nvSpPr>
        <p:spPr>
          <a:xfrm>
            <a:off x="4695907" y="4059350"/>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5" name="Google Shape;355;p27"/>
          <p:cNvSpPr txBox="1"/>
          <p:nvPr>
            <p:ph idx="23" type="subTitle"/>
          </p:nvPr>
        </p:nvSpPr>
        <p:spPr>
          <a:xfrm>
            <a:off x="4695907" y="4358875"/>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6" name="Google Shape;356;p27"/>
          <p:cNvSpPr txBox="1"/>
          <p:nvPr>
            <p:ph idx="24" type="subTitle"/>
          </p:nvPr>
        </p:nvSpPr>
        <p:spPr>
          <a:xfrm>
            <a:off x="4695907" y="3474700"/>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7" name="Google Shape;357;p27"/>
          <p:cNvSpPr txBox="1"/>
          <p:nvPr>
            <p:ph idx="25" type="subTitle"/>
          </p:nvPr>
        </p:nvSpPr>
        <p:spPr>
          <a:xfrm>
            <a:off x="4695907" y="3777850"/>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8" name="Google Shape;358;p27"/>
          <p:cNvSpPr txBox="1"/>
          <p:nvPr>
            <p:ph idx="26" type="subTitle"/>
          </p:nvPr>
        </p:nvSpPr>
        <p:spPr>
          <a:xfrm>
            <a:off x="4695907" y="3181775"/>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9" name="Google Shape;359;p27"/>
          <p:cNvSpPr txBox="1"/>
          <p:nvPr>
            <p:ph idx="27" type="title"/>
          </p:nvPr>
        </p:nvSpPr>
        <p:spPr>
          <a:xfrm>
            <a:off x="593775" y="707062"/>
            <a:ext cx="7196400" cy="615900"/>
          </a:xfrm>
          <a:prstGeom prst="rect">
            <a:avLst/>
          </a:prstGeom>
        </p:spPr>
        <p:txBody>
          <a:bodyPr anchorCtr="0" anchor="t" bIns="91425" lIns="0" spcFirstLastPara="1" rIns="0" wrap="square" tIns="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s 2">
  <p:cSld name="CUSTOM_7_1_1_1_1_1_1_1_1_1_1_1_1_1_1_1_1_9">
    <p:spTree>
      <p:nvGrpSpPr>
        <p:cNvPr id="360" name="Shape 360"/>
        <p:cNvGrpSpPr/>
        <p:nvPr/>
      </p:nvGrpSpPr>
      <p:grpSpPr>
        <a:xfrm>
          <a:off x="0" y="0"/>
          <a:ext cx="0" cy="0"/>
          <a:chOff x="0" y="0"/>
          <a:chExt cx="0" cy="0"/>
        </a:xfrm>
      </p:grpSpPr>
      <p:sp>
        <p:nvSpPr>
          <p:cNvPr id="361" name="Google Shape;361;p28"/>
          <p:cNvSpPr txBox="1"/>
          <p:nvPr>
            <p:ph type="title"/>
          </p:nvPr>
        </p:nvSpPr>
        <p:spPr>
          <a:xfrm>
            <a:off x="2121700"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62" name="Google Shape;362;p28"/>
          <p:cNvSpPr txBox="1"/>
          <p:nvPr>
            <p:ph idx="2" type="title"/>
          </p:nvPr>
        </p:nvSpPr>
        <p:spPr>
          <a:xfrm>
            <a:off x="389922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63" name="Google Shape;363;p28"/>
          <p:cNvSpPr txBox="1"/>
          <p:nvPr>
            <p:ph idx="3" type="title"/>
          </p:nvPr>
        </p:nvSpPr>
        <p:spPr>
          <a:xfrm>
            <a:off x="567647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64" name="Google Shape;364;p28"/>
          <p:cNvSpPr txBox="1"/>
          <p:nvPr>
            <p:ph idx="4" type="title"/>
          </p:nvPr>
        </p:nvSpPr>
        <p:spPr>
          <a:xfrm>
            <a:off x="745372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65" name="Google Shape;365;p28"/>
          <p:cNvSpPr txBox="1"/>
          <p:nvPr>
            <p:ph idx="5" type="title"/>
          </p:nvPr>
        </p:nvSpPr>
        <p:spPr>
          <a:xfrm>
            <a:off x="34197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66" name="Google Shape;366;p28"/>
          <p:cNvSpPr txBox="1"/>
          <p:nvPr>
            <p:ph idx="6" type="title"/>
          </p:nvPr>
        </p:nvSpPr>
        <p:spPr>
          <a:xfrm>
            <a:off x="2184250"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67" name="Google Shape;367;p28"/>
          <p:cNvSpPr txBox="1"/>
          <p:nvPr>
            <p:ph idx="7" type="title"/>
          </p:nvPr>
        </p:nvSpPr>
        <p:spPr>
          <a:xfrm>
            <a:off x="3962263"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68" name="Google Shape;368;p28"/>
          <p:cNvSpPr txBox="1"/>
          <p:nvPr>
            <p:ph idx="8" type="title"/>
          </p:nvPr>
        </p:nvSpPr>
        <p:spPr>
          <a:xfrm>
            <a:off x="406525"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69" name="Google Shape;369;p28"/>
          <p:cNvSpPr txBox="1"/>
          <p:nvPr>
            <p:ph idx="9" type="title"/>
          </p:nvPr>
        </p:nvSpPr>
        <p:spPr>
          <a:xfrm>
            <a:off x="5729600"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70" name="Google Shape;370;p28"/>
          <p:cNvSpPr txBox="1"/>
          <p:nvPr>
            <p:ph idx="13" type="title"/>
          </p:nvPr>
        </p:nvSpPr>
        <p:spPr>
          <a:xfrm>
            <a:off x="7518138"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71" name="Google Shape;371;p28"/>
          <p:cNvSpPr txBox="1"/>
          <p:nvPr>
            <p:ph idx="1" type="body"/>
          </p:nvPr>
        </p:nvSpPr>
        <p:spPr>
          <a:xfrm>
            <a:off x="223881" y="331850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2" name="Google Shape;372;p28"/>
          <p:cNvSpPr txBox="1"/>
          <p:nvPr>
            <p:ph idx="14" type="body"/>
          </p:nvPr>
        </p:nvSpPr>
        <p:spPr>
          <a:xfrm>
            <a:off x="2004019" y="331640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3" name="Google Shape;373;p28"/>
          <p:cNvSpPr txBox="1"/>
          <p:nvPr>
            <p:ph idx="15" type="body"/>
          </p:nvPr>
        </p:nvSpPr>
        <p:spPr>
          <a:xfrm>
            <a:off x="3781781" y="331745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4" name="Google Shape;374;p28"/>
          <p:cNvSpPr txBox="1"/>
          <p:nvPr>
            <p:ph idx="16" type="body"/>
          </p:nvPr>
        </p:nvSpPr>
        <p:spPr>
          <a:xfrm>
            <a:off x="5559956" y="331535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5" name="Google Shape;375;p28"/>
          <p:cNvSpPr txBox="1"/>
          <p:nvPr>
            <p:ph idx="17" type="body"/>
          </p:nvPr>
        </p:nvSpPr>
        <p:spPr>
          <a:xfrm>
            <a:off x="7341056" y="331535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6" name="Google Shape;376;p28"/>
          <p:cNvSpPr txBox="1"/>
          <p:nvPr>
            <p:ph idx="18" type="body"/>
          </p:nvPr>
        </p:nvSpPr>
        <p:spPr>
          <a:xfrm>
            <a:off x="223881"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7" name="Google Shape;377;p28"/>
          <p:cNvSpPr txBox="1"/>
          <p:nvPr>
            <p:ph idx="19" type="body"/>
          </p:nvPr>
        </p:nvSpPr>
        <p:spPr>
          <a:xfrm>
            <a:off x="2004019"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8" name="Google Shape;378;p28"/>
          <p:cNvSpPr txBox="1"/>
          <p:nvPr>
            <p:ph idx="20" type="body"/>
          </p:nvPr>
        </p:nvSpPr>
        <p:spPr>
          <a:xfrm>
            <a:off x="3781781"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9" name="Google Shape;379;p28"/>
          <p:cNvSpPr txBox="1"/>
          <p:nvPr>
            <p:ph idx="21" type="body"/>
          </p:nvPr>
        </p:nvSpPr>
        <p:spPr>
          <a:xfrm>
            <a:off x="5559956"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0" name="Google Shape;380;p28"/>
          <p:cNvSpPr txBox="1"/>
          <p:nvPr>
            <p:ph idx="22" type="body"/>
          </p:nvPr>
        </p:nvSpPr>
        <p:spPr>
          <a:xfrm>
            <a:off x="7341056"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1" name="Google Shape;381;p28"/>
          <p:cNvSpPr txBox="1"/>
          <p:nvPr>
            <p:ph idx="23" type="title"/>
          </p:nvPr>
        </p:nvSpPr>
        <p:spPr>
          <a:xfrm>
            <a:off x="3782413" y="192506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82" name="Google Shape;382;p28"/>
          <p:cNvSpPr txBox="1"/>
          <p:nvPr>
            <p:ph idx="24" type="title"/>
          </p:nvPr>
        </p:nvSpPr>
        <p:spPr>
          <a:xfrm>
            <a:off x="2004613" y="192401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83" name="Google Shape;383;p28"/>
          <p:cNvSpPr txBox="1"/>
          <p:nvPr>
            <p:ph idx="25" type="title"/>
          </p:nvPr>
        </p:nvSpPr>
        <p:spPr>
          <a:xfrm>
            <a:off x="227650" y="192611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84" name="Google Shape;384;p28"/>
          <p:cNvSpPr txBox="1"/>
          <p:nvPr>
            <p:ph idx="26" type="title"/>
          </p:nvPr>
        </p:nvSpPr>
        <p:spPr>
          <a:xfrm>
            <a:off x="7340875" y="192296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85" name="Google Shape;385;p28"/>
          <p:cNvSpPr txBox="1"/>
          <p:nvPr>
            <p:ph idx="27" type="title"/>
          </p:nvPr>
        </p:nvSpPr>
        <p:spPr>
          <a:xfrm>
            <a:off x="5559375" y="192296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86" name="Google Shape;386;p28"/>
          <p:cNvSpPr txBox="1"/>
          <p:nvPr>
            <p:ph idx="28"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387" name="Google Shape;387;p28"/>
          <p:cNvSpPr txBox="1"/>
          <p:nvPr>
            <p:ph idx="29" type="body"/>
          </p:nvPr>
        </p:nvSpPr>
        <p:spPr>
          <a:xfrm>
            <a:off x="223881" y="249041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8" name="Google Shape;388;p28"/>
          <p:cNvSpPr txBox="1"/>
          <p:nvPr>
            <p:ph idx="30" type="body"/>
          </p:nvPr>
        </p:nvSpPr>
        <p:spPr>
          <a:xfrm>
            <a:off x="2004019" y="248831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9" name="Google Shape;389;p28"/>
          <p:cNvSpPr txBox="1"/>
          <p:nvPr>
            <p:ph idx="31" type="body"/>
          </p:nvPr>
        </p:nvSpPr>
        <p:spPr>
          <a:xfrm>
            <a:off x="3781781" y="248936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90" name="Google Shape;390;p28"/>
          <p:cNvSpPr txBox="1"/>
          <p:nvPr>
            <p:ph idx="32" type="body"/>
          </p:nvPr>
        </p:nvSpPr>
        <p:spPr>
          <a:xfrm>
            <a:off x="5559956" y="248726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91" name="Google Shape;391;p28"/>
          <p:cNvSpPr txBox="1"/>
          <p:nvPr>
            <p:ph idx="33" type="body"/>
          </p:nvPr>
        </p:nvSpPr>
        <p:spPr>
          <a:xfrm>
            <a:off x="7341056" y="248726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1">
  <p:cSld name="CUSTOM_7_1_1_1_1_1_1_1_1_1_1_1_1_1_1_1_1_7">
    <p:spTree>
      <p:nvGrpSpPr>
        <p:cNvPr id="392" name="Shape 392"/>
        <p:cNvGrpSpPr/>
        <p:nvPr/>
      </p:nvGrpSpPr>
      <p:grpSpPr>
        <a:xfrm>
          <a:off x="0" y="0"/>
          <a:ext cx="0" cy="0"/>
          <a:chOff x="0" y="0"/>
          <a:chExt cx="0" cy="0"/>
        </a:xfrm>
      </p:grpSpPr>
      <p:sp>
        <p:nvSpPr>
          <p:cNvPr id="393" name="Google Shape;393;p29"/>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394" name="Google Shape;394;p29"/>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cxnSp>
        <p:nvCxnSpPr>
          <p:cNvPr id="395" name="Google Shape;395;p29"/>
          <p:cNvCxnSpPr/>
          <p:nvPr/>
        </p:nvCxnSpPr>
        <p:spPr>
          <a:xfrm rot="10800000">
            <a:off x="1721971" y="1322379"/>
            <a:ext cx="0" cy="3222900"/>
          </a:xfrm>
          <a:prstGeom prst="straightConnector1">
            <a:avLst/>
          </a:prstGeom>
          <a:noFill/>
          <a:ln cap="flat" cmpd="sng" w="9525">
            <a:solidFill>
              <a:schemeClr val="dk1"/>
            </a:solidFill>
            <a:prstDash val="dot"/>
            <a:round/>
            <a:headEnd len="sm" w="sm" type="none"/>
            <a:tailEnd len="sm" w="sm" type="none"/>
          </a:ln>
        </p:spPr>
      </p:cxnSp>
      <p:cxnSp>
        <p:nvCxnSpPr>
          <p:cNvPr id="396" name="Google Shape;396;p29"/>
          <p:cNvCxnSpPr/>
          <p:nvPr/>
        </p:nvCxnSpPr>
        <p:spPr>
          <a:xfrm rot="10800000">
            <a:off x="3185875" y="1321065"/>
            <a:ext cx="0" cy="3222900"/>
          </a:xfrm>
          <a:prstGeom prst="straightConnector1">
            <a:avLst/>
          </a:prstGeom>
          <a:noFill/>
          <a:ln cap="flat" cmpd="sng" w="9525">
            <a:solidFill>
              <a:schemeClr val="dk1"/>
            </a:solidFill>
            <a:prstDash val="dot"/>
            <a:round/>
            <a:headEnd len="sm" w="sm" type="none"/>
            <a:tailEnd len="sm" w="sm" type="none"/>
          </a:ln>
        </p:spPr>
      </p:cxnSp>
      <p:cxnSp>
        <p:nvCxnSpPr>
          <p:cNvPr id="397" name="Google Shape;397;p29"/>
          <p:cNvCxnSpPr/>
          <p:nvPr/>
        </p:nvCxnSpPr>
        <p:spPr>
          <a:xfrm rot="10800000">
            <a:off x="4620526" y="1322379"/>
            <a:ext cx="0" cy="3222900"/>
          </a:xfrm>
          <a:prstGeom prst="straightConnector1">
            <a:avLst/>
          </a:prstGeom>
          <a:noFill/>
          <a:ln cap="flat" cmpd="sng" w="9525">
            <a:solidFill>
              <a:schemeClr val="dk1"/>
            </a:solidFill>
            <a:prstDash val="dot"/>
            <a:round/>
            <a:headEnd len="sm" w="sm" type="none"/>
            <a:tailEnd len="sm" w="sm" type="none"/>
          </a:ln>
        </p:spPr>
      </p:cxnSp>
      <p:cxnSp>
        <p:nvCxnSpPr>
          <p:cNvPr id="398" name="Google Shape;398;p29"/>
          <p:cNvCxnSpPr/>
          <p:nvPr/>
        </p:nvCxnSpPr>
        <p:spPr>
          <a:xfrm rot="10800000">
            <a:off x="6053808" y="1322379"/>
            <a:ext cx="0" cy="3222900"/>
          </a:xfrm>
          <a:prstGeom prst="straightConnector1">
            <a:avLst/>
          </a:prstGeom>
          <a:noFill/>
          <a:ln cap="flat" cmpd="sng" w="9525">
            <a:solidFill>
              <a:schemeClr val="dk1"/>
            </a:solidFill>
            <a:prstDash val="dot"/>
            <a:round/>
            <a:headEnd len="sm" w="sm" type="none"/>
            <a:tailEnd len="sm" w="sm" type="none"/>
          </a:ln>
        </p:spPr>
      </p:cxnSp>
      <p:cxnSp>
        <p:nvCxnSpPr>
          <p:cNvPr id="399" name="Google Shape;399;p29"/>
          <p:cNvCxnSpPr/>
          <p:nvPr/>
        </p:nvCxnSpPr>
        <p:spPr>
          <a:xfrm rot="10800000">
            <a:off x="7487809" y="1321073"/>
            <a:ext cx="0" cy="3222900"/>
          </a:xfrm>
          <a:prstGeom prst="straightConnector1">
            <a:avLst/>
          </a:prstGeom>
          <a:noFill/>
          <a:ln cap="flat" cmpd="sng" w="9525">
            <a:solidFill>
              <a:schemeClr val="dk1"/>
            </a:solidFill>
            <a:prstDash val="dot"/>
            <a:round/>
            <a:headEnd len="sm" w="sm" type="none"/>
            <a:tailEnd len="sm" w="sm" type="none"/>
          </a:ln>
        </p:spPr>
      </p:cxnSp>
      <p:cxnSp>
        <p:nvCxnSpPr>
          <p:cNvPr id="400" name="Google Shape;400;p29"/>
          <p:cNvCxnSpPr/>
          <p:nvPr/>
        </p:nvCxnSpPr>
        <p:spPr>
          <a:xfrm rot="10800000">
            <a:off x="997162" y="4125842"/>
            <a:ext cx="7531800" cy="0"/>
          </a:xfrm>
          <a:prstGeom prst="straightConnector1">
            <a:avLst/>
          </a:prstGeom>
          <a:noFill/>
          <a:ln cap="flat" cmpd="sng" w="9525">
            <a:solidFill>
              <a:schemeClr val="dk1"/>
            </a:solidFill>
            <a:prstDash val="dot"/>
            <a:round/>
            <a:headEnd len="sm" w="sm" type="none"/>
            <a:tailEnd len="sm" w="sm" type="none"/>
          </a:ln>
        </p:spPr>
      </p:cxnSp>
      <p:cxnSp>
        <p:nvCxnSpPr>
          <p:cNvPr id="401" name="Google Shape;401;p29"/>
          <p:cNvCxnSpPr/>
          <p:nvPr/>
        </p:nvCxnSpPr>
        <p:spPr>
          <a:xfrm rot="10800000">
            <a:off x="997162" y="3532492"/>
            <a:ext cx="7531800" cy="0"/>
          </a:xfrm>
          <a:prstGeom prst="straightConnector1">
            <a:avLst/>
          </a:prstGeom>
          <a:noFill/>
          <a:ln cap="flat" cmpd="sng" w="9525">
            <a:solidFill>
              <a:schemeClr val="dk1"/>
            </a:solidFill>
            <a:prstDash val="dot"/>
            <a:round/>
            <a:headEnd len="sm" w="sm" type="none"/>
            <a:tailEnd len="sm" w="sm" type="none"/>
          </a:ln>
        </p:spPr>
      </p:cxnSp>
      <p:cxnSp>
        <p:nvCxnSpPr>
          <p:cNvPr id="402" name="Google Shape;402;p29"/>
          <p:cNvCxnSpPr/>
          <p:nvPr/>
        </p:nvCxnSpPr>
        <p:spPr>
          <a:xfrm rot="10800000">
            <a:off x="997162" y="2933172"/>
            <a:ext cx="7531800" cy="0"/>
          </a:xfrm>
          <a:prstGeom prst="straightConnector1">
            <a:avLst/>
          </a:prstGeom>
          <a:noFill/>
          <a:ln cap="flat" cmpd="sng" w="9525">
            <a:solidFill>
              <a:schemeClr val="dk1"/>
            </a:solidFill>
            <a:prstDash val="dot"/>
            <a:round/>
            <a:headEnd len="sm" w="sm" type="none"/>
            <a:tailEnd len="sm" w="sm" type="none"/>
          </a:ln>
        </p:spPr>
      </p:cxnSp>
      <p:cxnSp>
        <p:nvCxnSpPr>
          <p:cNvPr id="403" name="Google Shape;403;p29"/>
          <p:cNvCxnSpPr/>
          <p:nvPr/>
        </p:nvCxnSpPr>
        <p:spPr>
          <a:xfrm rot="10800000">
            <a:off x="997162" y="2335841"/>
            <a:ext cx="7531800" cy="0"/>
          </a:xfrm>
          <a:prstGeom prst="straightConnector1">
            <a:avLst/>
          </a:prstGeom>
          <a:noFill/>
          <a:ln cap="flat" cmpd="sng" w="9525">
            <a:solidFill>
              <a:schemeClr val="dk1"/>
            </a:solidFill>
            <a:prstDash val="dot"/>
            <a:round/>
            <a:headEnd len="sm" w="sm" type="none"/>
            <a:tailEnd len="sm" w="sm" type="none"/>
          </a:ln>
        </p:spPr>
      </p:cxnSp>
      <p:cxnSp>
        <p:nvCxnSpPr>
          <p:cNvPr id="404" name="Google Shape;404;p29"/>
          <p:cNvCxnSpPr/>
          <p:nvPr/>
        </p:nvCxnSpPr>
        <p:spPr>
          <a:xfrm rot="10800000">
            <a:off x="997162" y="1737130"/>
            <a:ext cx="7531800" cy="0"/>
          </a:xfrm>
          <a:prstGeom prst="straightConnector1">
            <a:avLst/>
          </a:prstGeom>
          <a:noFill/>
          <a:ln cap="flat" cmpd="sng" w="9525">
            <a:solidFill>
              <a:schemeClr val="dk1"/>
            </a:solidFill>
            <a:prstDash val="dot"/>
            <a:round/>
            <a:headEnd len="sm" w="sm" type="none"/>
            <a:tailEnd len="sm" w="sm" type="none"/>
          </a:ln>
        </p:spPr>
      </p:cxnSp>
      <p:cxnSp>
        <p:nvCxnSpPr>
          <p:cNvPr id="405" name="Google Shape;405;p29"/>
          <p:cNvCxnSpPr/>
          <p:nvPr/>
        </p:nvCxnSpPr>
        <p:spPr>
          <a:xfrm rot="10800000">
            <a:off x="997686" y="4545103"/>
            <a:ext cx="7531800" cy="0"/>
          </a:xfrm>
          <a:prstGeom prst="straightConnector1">
            <a:avLst/>
          </a:prstGeom>
          <a:noFill/>
          <a:ln cap="flat" cmpd="sng" w="9525">
            <a:solidFill>
              <a:schemeClr val="dk1"/>
            </a:solidFill>
            <a:prstDash val="solid"/>
            <a:round/>
            <a:headEnd len="sm" w="sm" type="none"/>
            <a:tailEnd len="sm" w="sm" type="none"/>
          </a:ln>
        </p:spPr>
      </p:cxnSp>
      <p:cxnSp>
        <p:nvCxnSpPr>
          <p:cNvPr id="406" name="Google Shape;406;p29"/>
          <p:cNvCxnSpPr/>
          <p:nvPr/>
        </p:nvCxnSpPr>
        <p:spPr>
          <a:xfrm rot="10800000">
            <a:off x="997311" y="1316605"/>
            <a:ext cx="0" cy="3234000"/>
          </a:xfrm>
          <a:prstGeom prst="straightConnector1">
            <a:avLst/>
          </a:prstGeom>
          <a:noFill/>
          <a:ln cap="flat" cmpd="sng" w="9525">
            <a:solidFill>
              <a:schemeClr val="dk1"/>
            </a:solidFill>
            <a:prstDash val="solid"/>
            <a:round/>
            <a:headEnd len="sm" w="sm" type="none"/>
            <a:tailEnd len="sm" w="sm" type="none"/>
          </a:ln>
        </p:spPr>
      </p:cxnSp>
      <p:sp>
        <p:nvSpPr>
          <p:cNvPr id="407" name="Google Shape;407;p29"/>
          <p:cNvSpPr txBox="1"/>
          <p:nvPr>
            <p:ph idx="2" type="subTitle"/>
          </p:nvPr>
        </p:nvSpPr>
        <p:spPr>
          <a:xfrm>
            <a:off x="1730075"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408" name="Google Shape;408;p29"/>
          <p:cNvSpPr txBox="1"/>
          <p:nvPr>
            <p:ph idx="3" type="subTitle"/>
          </p:nvPr>
        </p:nvSpPr>
        <p:spPr>
          <a:xfrm>
            <a:off x="3165294"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409" name="Google Shape;409;p29"/>
          <p:cNvSpPr txBox="1"/>
          <p:nvPr>
            <p:ph idx="4" type="subTitle"/>
          </p:nvPr>
        </p:nvSpPr>
        <p:spPr>
          <a:xfrm>
            <a:off x="4611461"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410" name="Google Shape;410;p29"/>
          <p:cNvSpPr txBox="1"/>
          <p:nvPr>
            <p:ph idx="5" type="subTitle"/>
          </p:nvPr>
        </p:nvSpPr>
        <p:spPr>
          <a:xfrm>
            <a:off x="7490421"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411" name="Google Shape;411;p29"/>
          <p:cNvSpPr txBox="1"/>
          <p:nvPr>
            <p:ph idx="6" type="subTitle"/>
          </p:nvPr>
        </p:nvSpPr>
        <p:spPr>
          <a:xfrm>
            <a:off x="6052173"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412" name="Google Shape;412;p29"/>
          <p:cNvSpPr txBox="1"/>
          <p:nvPr>
            <p:ph idx="7" type="subTitle"/>
          </p:nvPr>
        </p:nvSpPr>
        <p:spPr>
          <a:xfrm>
            <a:off x="286936" y="3435204"/>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413" name="Google Shape;413;p29"/>
          <p:cNvSpPr txBox="1"/>
          <p:nvPr>
            <p:ph idx="8" type="subTitle"/>
          </p:nvPr>
        </p:nvSpPr>
        <p:spPr>
          <a:xfrm>
            <a:off x="286936" y="4047421"/>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414" name="Google Shape;414;p29"/>
          <p:cNvSpPr txBox="1"/>
          <p:nvPr>
            <p:ph idx="9" type="subTitle"/>
          </p:nvPr>
        </p:nvSpPr>
        <p:spPr>
          <a:xfrm>
            <a:off x="286936" y="2240202"/>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415" name="Google Shape;415;p29"/>
          <p:cNvSpPr txBox="1"/>
          <p:nvPr>
            <p:ph idx="13" type="subTitle"/>
          </p:nvPr>
        </p:nvSpPr>
        <p:spPr>
          <a:xfrm>
            <a:off x="286936" y="2859829"/>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416" name="Google Shape;416;p29"/>
          <p:cNvSpPr txBox="1"/>
          <p:nvPr>
            <p:ph idx="14" type="subTitle"/>
          </p:nvPr>
        </p:nvSpPr>
        <p:spPr>
          <a:xfrm>
            <a:off x="286936" y="1641475"/>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2">
  <p:cSld name="CUSTOM_7_1_1_1_1_1_1_1_1_1_1_1_1_1_1_1_1_8">
    <p:bg>
      <p:bgPr>
        <a:solidFill>
          <a:schemeClr val="dk2"/>
        </a:solidFill>
      </p:bgPr>
    </p:bg>
    <p:spTree>
      <p:nvGrpSpPr>
        <p:cNvPr id="417" name="Shape 417"/>
        <p:cNvGrpSpPr/>
        <p:nvPr/>
      </p:nvGrpSpPr>
      <p:grpSpPr>
        <a:xfrm>
          <a:off x="0" y="0"/>
          <a:ext cx="0" cy="0"/>
          <a:chOff x="0" y="0"/>
          <a:chExt cx="0" cy="0"/>
        </a:xfrm>
      </p:grpSpPr>
      <p:sp>
        <p:nvSpPr>
          <p:cNvPr id="418" name="Google Shape;418;p30"/>
          <p:cNvSpPr txBox="1"/>
          <p:nvPr>
            <p:ph idx="1" type="body"/>
          </p:nvPr>
        </p:nvSpPr>
        <p:spPr>
          <a:xfrm>
            <a:off x="683262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19" name="Google Shape;419;p30"/>
          <p:cNvSpPr txBox="1"/>
          <p:nvPr>
            <p:ph idx="2" type="body"/>
          </p:nvPr>
        </p:nvSpPr>
        <p:spPr>
          <a:xfrm>
            <a:off x="461957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0" name="Google Shape;420;p30"/>
          <p:cNvSpPr txBox="1"/>
          <p:nvPr>
            <p:ph idx="3" type="body"/>
          </p:nvPr>
        </p:nvSpPr>
        <p:spPr>
          <a:xfrm>
            <a:off x="240652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1" name="Google Shape;421;p30"/>
          <p:cNvSpPr txBox="1"/>
          <p:nvPr>
            <p:ph idx="4" type="body"/>
          </p:nvPr>
        </p:nvSpPr>
        <p:spPr>
          <a:xfrm>
            <a:off x="19347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2" name="Google Shape;422;p30"/>
          <p:cNvSpPr txBox="1"/>
          <p:nvPr>
            <p:ph idx="5" type="body"/>
          </p:nvPr>
        </p:nvSpPr>
        <p:spPr>
          <a:xfrm>
            <a:off x="683137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3" name="Google Shape;423;p30"/>
          <p:cNvSpPr txBox="1"/>
          <p:nvPr>
            <p:ph idx="6" type="body"/>
          </p:nvPr>
        </p:nvSpPr>
        <p:spPr>
          <a:xfrm>
            <a:off x="461832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4" name="Google Shape;424;p30"/>
          <p:cNvSpPr txBox="1"/>
          <p:nvPr>
            <p:ph idx="7" type="body"/>
          </p:nvPr>
        </p:nvSpPr>
        <p:spPr>
          <a:xfrm>
            <a:off x="240527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5" name="Google Shape;425;p30"/>
          <p:cNvSpPr txBox="1"/>
          <p:nvPr>
            <p:ph idx="8" type="body"/>
          </p:nvPr>
        </p:nvSpPr>
        <p:spPr>
          <a:xfrm>
            <a:off x="19222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6" name="Google Shape;426;p30"/>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sp>
        <p:nvSpPr>
          <p:cNvPr id="427" name="Google Shape;427;p30"/>
          <p:cNvSpPr txBox="1"/>
          <p:nvPr>
            <p:ph idx="9"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428" name="Google Shape;428;p30"/>
          <p:cNvSpPr txBox="1"/>
          <p:nvPr>
            <p:ph idx="13" type="title"/>
          </p:nvPr>
        </p:nvSpPr>
        <p:spPr>
          <a:xfrm>
            <a:off x="6996850" y="136480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429" name="Google Shape;429;p30"/>
          <p:cNvSpPr txBox="1"/>
          <p:nvPr>
            <p:ph idx="14" type="title"/>
          </p:nvPr>
        </p:nvSpPr>
        <p:spPr>
          <a:xfrm>
            <a:off x="4783238" y="136480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430" name="Google Shape;430;p30"/>
          <p:cNvSpPr txBox="1"/>
          <p:nvPr>
            <p:ph idx="15" type="title"/>
          </p:nvPr>
        </p:nvSpPr>
        <p:spPr>
          <a:xfrm>
            <a:off x="2546913" y="136480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431" name="Google Shape;431;p30"/>
          <p:cNvSpPr txBox="1"/>
          <p:nvPr>
            <p:ph idx="16" type="title"/>
          </p:nvPr>
        </p:nvSpPr>
        <p:spPr>
          <a:xfrm>
            <a:off x="355638" y="1365769"/>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432" name="Google Shape;432;p30"/>
          <p:cNvSpPr txBox="1"/>
          <p:nvPr>
            <p:ph idx="17" type="title"/>
          </p:nvPr>
        </p:nvSpPr>
        <p:spPr>
          <a:xfrm>
            <a:off x="7002200" y="316335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433" name="Google Shape;433;p30"/>
          <p:cNvSpPr txBox="1"/>
          <p:nvPr>
            <p:ph idx="18" type="title"/>
          </p:nvPr>
        </p:nvSpPr>
        <p:spPr>
          <a:xfrm>
            <a:off x="4788588" y="316335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434" name="Google Shape;434;p30"/>
          <p:cNvSpPr txBox="1"/>
          <p:nvPr>
            <p:ph idx="19" type="title"/>
          </p:nvPr>
        </p:nvSpPr>
        <p:spPr>
          <a:xfrm>
            <a:off x="2552263" y="316335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435" name="Google Shape;435;p30"/>
          <p:cNvSpPr txBox="1"/>
          <p:nvPr>
            <p:ph idx="20" type="title"/>
          </p:nvPr>
        </p:nvSpPr>
        <p:spPr>
          <a:xfrm>
            <a:off x="360988" y="3164319"/>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3">
  <p:cSld name="CUSTOM_7_1_1_1_1_1_1_1_1_1_1_1_1_1_1_1_1_7_1">
    <p:spTree>
      <p:nvGrpSpPr>
        <p:cNvPr id="436" name="Shape 436"/>
        <p:cNvGrpSpPr/>
        <p:nvPr/>
      </p:nvGrpSpPr>
      <p:grpSpPr>
        <a:xfrm>
          <a:off x="0" y="0"/>
          <a:ext cx="0" cy="0"/>
          <a:chOff x="0" y="0"/>
          <a:chExt cx="0" cy="0"/>
        </a:xfrm>
      </p:grpSpPr>
      <p:sp>
        <p:nvSpPr>
          <p:cNvPr id="437" name="Google Shape;437;p31"/>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438" name="Google Shape;438;p31"/>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sp>
        <p:nvSpPr>
          <p:cNvPr id="439" name="Google Shape;439;p31"/>
          <p:cNvSpPr txBox="1"/>
          <p:nvPr>
            <p:ph idx="2" type="subTitle"/>
          </p:nvPr>
        </p:nvSpPr>
        <p:spPr>
          <a:xfrm>
            <a:off x="193100" y="3780025"/>
            <a:ext cx="1633200" cy="6156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31"/>
          <p:cNvSpPr txBox="1"/>
          <p:nvPr>
            <p:ph idx="3" type="subTitle"/>
          </p:nvPr>
        </p:nvSpPr>
        <p:spPr>
          <a:xfrm>
            <a:off x="1852425" y="4067625"/>
            <a:ext cx="2529000" cy="237600"/>
          </a:xfrm>
          <a:prstGeom prst="rect">
            <a:avLst/>
          </a:prstGeom>
        </p:spPr>
        <p:txBody>
          <a:bodyPr anchorCtr="0" anchor="t" bIns="0" lIns="54000" spcFirstLastPara="1" rIns="0" wrap="square" tIns="5400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41" name="Google Shape;441;p31"/>
          <p:cNvSpPr txBox="1"/>
          <p:nvPr>
            <p:ph idx="4" type="subTitle"/>
          </p:nvPr>
        </p:nvSpPr>
        <p:spPr>
          <a:xfrm>
            <a:off x="193100" y="2519863"/>
            <a:ext cx="1633200" cy="6156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2" name="Google Shape;442;p31"/>
          <p:cNvSpPr txBox="1"/>
          <p:nvPr>
            <p:ph idx="5" type="subTitle"/>
          </p:nvPr>
        </p:nvSpPr>
        <p:spPr>
          <a:xfrm>
            <a:off x="1852425" y="2807463"/>
            <a:ext cx="2529000" cy="237600"/>
          </a:xfrm>
          <a:prstGeom prst="rect">
            <a:avLst/>
          </a:prstGeom>
        </p:spPr>
        <p:txBody>
          <a:bodyPr anchorCtr="0" anchor="t" bIns="0" lIns="54000" spcFirstLastPara="1" rIns="0" wrap="square" tIns="5400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43" name="Google Shape;443;p31"/>
          <p:cNvSpPr txBox="1"/>
          <p:nvPr>
            <p:ph idx="6" type="subTitle"/>
          </p:nvPr>
        </p:nvSpPr>
        <p:spPr>
          <a:xfrm>
            <a:off x="219077" y="1259725"/>
            <a:ext cx="1633200" cy="6156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4" name="Google Shape;444;p31"/>
          <p:cNvSpPr txBox="1"/>
          <p:nvPr>
            <p:ph idx="7" type="subTitle"/>
          </p:nvPr>
        </p:nvSpPr>
        <p:spPr>
          <a:xfrm>
            <a:off x="1852425" y="1547325"/>
            <a:ext cx="2529000" cy="237600"/>
          </a:xfrm>
          <a:prstGeom prst="rect">
            <a:avLst/>
          </a:prstGeom>
        </p:spPr>
        <p:txBody>
          <a:bodyPr anchorCtr="0" anchor="t" bIns="0" lIns="54000" spcFirstLastPara="1" rIns="0" wrap="square" tIns="5400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45" name="Google Shape;445;p31"/>
          <p:cNvSpPr txBox="1"/>
          <p:nvPr>
            <p:ph idx="8" type="body"/>
          </p:nvPr>
        </p:nvSpPr>
        <p:spPr>
          <a:xfrm>
            <a:off x="189973" y="4665450"/>
            <a:ext cx="4345200" cy="374400"/>
          </a:xfrm>
          <a:prstGeom prst="rect">
            <a:avLst/>
          </a:prstGeom>
        </p:spPr>
        <p:txBody>
          <a:bodyPr anchorCtr="0" anchor="t" bIns="0" lIns="0" spcFirstLastPara="1" rIns="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6" name="Google Shape;446;p31"/>
          <p:cNvSpPr txBox="1"/>
          <p:nvPr>
            <p:ph idx="9" type="body"/>
          </p:nvPr>
        </p:nvSpPr>
        <p:spPr>
          <a:xfrm>
            <a:off x="189973" y="3405288"/>
            <a:ext cx="4345200" cy="374400"/>
          </a:xfrm>
          <a:prstGeom prst="rect">
            <a:avLst/>
          </a:prstGeom>
        </p:spPr>
        <p:txBody>
          <a:bodyPr anchorCtr="0" anchor="t" bIns="0" lIns="0" spcFirstLastPara="1" rIns="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7" name="Google Shape;447;p31"/>
          <p:cNvSpPr txBox="1"/>
          <p:nvPr>
            <p:ph idx="13" type="body"/>
          </p:nvPr>
        </p:nvSpPr>
        <p:spPr>
          <a:xfrm>
            <a:off x="199273" y="2145150"/>
            <a:ext cx="4345200" cy="374400"/>
          </a:xfrm>
          <a:prstGeom prst="rect">
            <a:avLst/>
          </a:prstGeom>
        </p:spPr>
        <p:txBody>
          <a:bodyPr anchorCtr="0" anchor="t" bIns="0" lIns="0" spcFirstLastPara="1" rIns="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4">
  <p:cSld name="CUSTOM_7_1_1_1_1_1_1_1_1_1_1_1_1_1_1_1_1_7_2">
    <p:spTree>
      <p:nvGrpSpPr>
        <p:cNvPr id="448" name="Shape 448"/>
        <p:cNvGrpSpPr/>
        <p:nvPr/>
      </p:nvGrpSpPr>
      <p:grpSpPr>
        <a:xfrm>
          <a:off x="0" y="0"/>
          <a:ext cx="0" cy="0"/>
          <a:chOff x="0" y="0"/>
          <a:chExt cx="0" cy="0"/>
        </a:xfrm>
      </p:grpSpPr>
      <p:sp>
        <p:nvSpPr>
          <p:cNvPr id="449" name="Google Shape;449;p32"/>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450" name="Google Shape;450;p32"/>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sp>
        <p:nvSpPr>
          <p:cNvPr id="451" name="Google Shape;451;p32"/>
          <p:cNvSpPr txBox="1"/>
          <p:nvPr>
            <p:ph idx="2" type="subTitle"/>
          </p:nvPr>
        </p:nvSpPr>
        <p:spPr>
          <a:xfrm>
            <a:off x="189375" y="4264275"/>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2" name="Google Shape;452;p32"/>
          <p:cNvSpPr txBox="1"/>
          <p:nvPr>
            <p:ph idx="3" type="subTitle"/>
          </p:nvPr>
        </p:nvSpPr>
        <p:spPr>
          <a:xfrm>
            <a:off x="190425" y="3693375"/>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3" name="Google Shape;453;p32"/>
          <p:cNvSpPr txBox="1"/>
          <p:nvPr>
            <p:ph idx="4" type="subTitle"/>
          </p:nvPr>
        </p:nvSpPr>
        <p:spPr>
          <a:xfrm>
            <a:off x="190425" y="311801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4" name="Google Shape;454;p32"/>
          <p:cNvSpPr txBox="1"/>
          <p:nvPr>
            <p:ph idx="5" type="subTitle"/>
          </p:nvPr>
        </p:nvSpPr>
        <p:spPr>
          <a:xfrm>
            <a:off x="191475" y="254711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5" name="Google Shape;455;p32"/>
          <p:cNvSpPr txBox="1"/>
          <p:nvPr>
            <p:ph idx="6" type="subTitle"/>
          </p:nvPr>
        </p:nvSpPr>
        <p:spPr>
          <a:xfrm>
            <a:off x="190950" y="197176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6" name="Google Shape;456;p32"/>
          <p:cNvSpPr txBox="1"/>
          <p:nvPr>
            <p:ph idx="7" type="subTitle"/>
          </p:nvPr>
        </p:nvSpPr>
        <p:spPr>
          <a:xfrm>
            <a:off x="192000" y="140086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7" name="Google Shape;457;p32"/>
          <p:cNvSpPr txBox="1"/>
          <p:nvPr>
            <p:ph idx="8" type="subTitle"/>
          </p:nvPr>
        </p:nvSpPr>
        <p:spPr>
          <a:xfrm>
            <a:off x="1967073" y="25501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58" name="Google Shape;458;p32"/>
          <p:cNvSpPr txBox="1"/>
          <p:nvPr>
            <p:ph idx="9" type="subTitle"/>
          </p:nvPr>
        </p:nvSpPr>
        <p:spPr>
          <a:xfrm>
            <a:off x="1967073" y="1400875"/>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59" name="Google Shape;459;p32"/>
          <p:cNvSpPr txBox="1"/>
          <p:nvPr>
            <p:ph idx="13" type="subTitle"/>
          </p:nvPr>
        </p:nvSpPr>
        <p:spPr>
          <a:xfrm>
            <a:off x="1967073" y="1971775"/>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0" name="Google Shape;460;p32"/>
          <p:cNvSpPr txBox="1"/>
          <p:nvPr>
            <p:ph idx="14" type="subTitle"/>
          </p:nvPr>
        </p:nvSpPr>
        <p:spPr>
          <a:xfrm>
            <a:off x="1967073" y="31210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1" name="Google Shape;461;p32"/>
          <p:cNvSpPr txBox="1"/>
          <p:nvPr>
            <p:ph idx="15" type="subTitle"/>
          </p:nvPr>
        </p:nvSpPr>
        <p:spPr>
          <a:xfrm>
            <a:off x="1967073" y="42628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2" name="Google Shape;462;p32"/>
          <p:cNvSpPr txBox="1"/>
          <p:nvPr>
            <p:ph idx="16" type="subTitle"/>
          </p:nvPr>
        </p:nvSpPr>
        <p:spPr>
          <a:xfrm>
            <a:off x="1967073" y="36919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3" name="Google Shape;463;p32"/>
          <p:cNvSpPr txBox="1"/>
          <p:nvPr>
            <p:ph idx="17" type="body"/>
          </p:nvPr>
        </p:nvSpPr>
        <p:spPr>
          <a:xfrm>
            <a:off x="3741773" y="1973250"/>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64" name="Google Shape;464;p32"/>
          <p:cNvSpPr txBox="1"/>
          <p:nvPr>
            <p:ph idx="18" type="body"/>
          </p:nvPr>
        </p:nvSpPr>
        <p:spPr>
          <a:xfrm>
            <a:off x="3741773" y="25515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65" name="Google Shape;465;p32"/>
          <p:cNvSpPr txBox="1"/>
          <p:nvPr>
            <p:ph idx="19" type="body"/>
          </p:nvPr>
        </p:nvSpPr>
        <p:spPr>
          <a:xfrm>
            <a:off x="3741773" y="31224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66" name="Google Shape;466;p32"/>
          <p:cNvSpPr txBox="1"/>
          <p:nvPr>
            <p:ph idx="20" type="body"/>
          </p:nvPr>
        </p:nvSpPr>
        <p:spPr>
          <a:xfrm>
            <a:off x="3741773" y="36933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67" name="Google Shape;467;p32"/>
          <p:cNvSpPr txBox="1"/>
          <p:nvPr>
            <p:ph idx="21" type="body"/>
          </p:nvPr>
        </p:nvSpPr>
        <p:spPr>
          <a:xfrm>
            <a:off x="3741773" y="42642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68" name="Google Shape;468;p32"/>
          <p:cNvSpPr txBox="1"/>
          <p:nvPr>
            <p:ph idx="22" type="body"/>
          </p:nvPr>
        </p:nvSpPr>
        <p:spPr>
          <a:xfrm>
            <a:off x="3741773" y="1402350"/>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2">
  <p:cSld name="CUSTOM_1_1_1_1">
    <p:spTree>
      <p:nvGrpSpPr>
        <p:cNvPr id="469" name="Shape 469"/>
        <p:cNvGrpSpPr/>
        <p:nvPr/>
      </p:nvGrpSpPr>
      <p:grpSpPr>
        <a:xfrm>
          <a:off x="0" y="0"/>
          <a:ext cx="0" cy="0"/>
          <a:chOff x="0" y="0"/>
          <a:chExt cx="0" cy="0"/>
        </a:xfrm>
      </p:grpSpPr>
      <p:sp>
        <p:nvSpPr>
          <p:cNvPr id="470" name="Google Shape;470;p33"/>
          <p:cNvSpPr/>
          <p:nvPr/>
        </p:nvSpPr>
        <p:spPr>
          <a:xfrm>
            <a:off x="-2450" y="486600"/>
            <a:ext cx="9144000" cy="46569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71" name="Google Shape;471;p33"/>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72" name="Google Shape;472;p33"/>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73" name="Google Shape;473;p33"/>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74" name="Google Shape;474;p33"/>
          <p:cNvSpPr txBox="1"/>
          <p:nvPr>
            <p:ph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475" name="Google Shape;475;p33"/>
          <p:cNvSpPr txBox="1"/>
          <p:nvPr>
            <p:ph idx="4" type="subTitle"/>
          </p:nvPr>
        </p:nvSpPr>
        <p:spPr>
          <a:xfrm>
            <a:off x="1759000" y="3017700"/>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6" name="Google Shape;476;p33"/>
          <p:cNvSpPr txBox="1"/>
          <p:nvPr>
            <p:ph idx="5" type="subTitle"/>
          </p:nvPr>
        </p:nvSpPr>
        <p:spPr>
          <a:xfrm>
            <a:off x="1758250" y="1663775"/>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7" name="Google Shape;477;p33"/>
          <p:cNvSpPr txBox="1"/>
          <p:nvPr>
            <p:ph idx="6" type="subTitle"/>
          </p:nvPr>
        </p:nvSpPr>
        <p:spPr>
          <a:xfrm>
            <a:off x="1758250" y="2340600"/>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8" name="Google Shape;478;p33"/>
          <p:cNvSpPr txBox="1"/>
          <p:nvPr>
            <p:ph idx="7" type="subTitle"/>
          </p:nvPr>
        </p:nvSpPr>
        <p:spPr>
          <a:xfrm>
            <a:off x="1758250" y="3694800"/>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9" name="Google Shape;479;p33"/>
          <p:cNvSpPr txBox="1"/>
          <p:nvPr>
            <p:ph idx="8" type="subTitle"/>
          </p:nvPr>
        </p:nvSpPr>
        <p:spPr>
          <a:xfrm>
            <a:off x="1758250" y="4367075"/>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0" name="Google Shape;480;p33"/>
          <p:cNvSpPr txBox="1"/>
          <p:nvPr>
            <p:ph idx="9" type="subTitle"/>
          </p:nvPr>
        </p:nvSpPr>
        <p:spPr>
          <a:xfrm>
            <a:off x="228148" y="3019975"/>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81" name="Google Shape;481;p33"/>
          <p:cNvSpPr txBox="1"/>
          <p:nvPr>
            <p:ph idx="13" type="subTitle"/>
          </p:nvPr>
        </p:nvSpPr>
        <p:spPr>
          <a:xfrm>
            <a:off x="228148" y="1666050"/>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82" name="Google Shape;482;p33"/>
          <p:cNvSpPr txBox="1"/>
          <p:nvPr>
            <p:ph idx="14" type="subTitle"/>
          </p:nvPr>
        </p:nvSpPr>
        <p:spPr>
          <a:xfrm>
            <a:off x="228148" y="2342875"/>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83" name="Google Shape;483;p33"/>
          <p:cNvSpPr txBox="1"/>
          <p:nvPr>
            <p:ph idx="15" type="subTitle"/>
          </p:nvPr>
        </p:nvSpPr>
        <p:spPr>
          <a:xfrm>
            <a:off x="228148" y="3697075"/>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84" name="Google Shape;484;p33"/>
          <p:cNvSpPr txBox="1"/>
          <p:nvPr>
            <p:ph idx="16" type="subTitle"/>
          </p:nvPr>
        </p:nvSpPr>
        <p:spPr>
          <a:xfrm>
            <a:off x="228148" y="4369350"/>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85" name="Google Shape;485;p33"/>
          <p:cNvSpPr txBox="1"/>
          <p:nvPr>
            <p:ph idx="17" type="title"/>
          </p:nvPr>
        </p:nvSpPr>
        <p:spPr>
          <a:xfrm>
            <a:off x="596525" y="753331"/>
            <a:ext cx="7062000" cy="9105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86" name="Google Shape;486;p33"/>
          <p:cNvSpPr txBox="1"/>
          <p:nvPr>
            <p:ph idx="18" type="body"/>
          </p:nvPr>
        </p:nvSpPr>
        <p:spPr>
          <a:xfrm>
            <a:off x="4571300" y="4367075"/>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87" name="Google Shape;487;p33"/>
          <p:cNvSpPr txBox="1"/>
          <p:nvPr>
            <p:ph idx="19" type="body"/>
          </p:nvPr>
        </p:nvSpPr>
        <p:spPr>
          <a:xfrm>
            <a:off x="4571300" y="3694800"/>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88" name="Google Shape;488;p33"/>
          <p:cNvSpPr txBox="1"/>
          <p:nvPr>
            <p:ph idx="20" type="body"/>
          </p:nvPr>
        </p:nvSpPr>
        <p:spPr>
          <a:xfrm>
            <a:off x="4571300" y="3017700"/>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89" name="Google Shape;489;p33"/>
          <p:cNvSpPr txBox="1"/>
          <p:nvPr>
            <p:ph idx="21" type="body"/>
          </p:nvPr>
        </p:nvSpPr>
        <p:spPr>
          <a:xfrm>
            <a:off x="4571300" y="2340600"/>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90" name="Google Shape;490;p33"/>
          <p:cNvSpPr txBox="1"/>
          <p:nvPr>
            <p:ph idx="22" type="body"/>
          </p:nvPr>
        </p:nvSpPr>
        <p:spPr>
          <a:xfrm>
            <a:off x="4571300" y="1663775"/>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3">
  <p:cSld name="CUSTOM_1_1_1_1_1">
    <p:spTree>
      <p:nvGrpSpPr>
        <p:cNvPr id="491" name="Shape 491"/>
        <p:cNvGrpSpPr/>
        <p:nvPr/>
      </p:nvGrpSpPr>
      <p:grpSpPr>
        <a:xfrm>
          <a:off x="0" y="0"/>
          <a:ext cx="0" cy="0"/>
          <a:chOff x="0" y="0"/>
          <a:chExt cx="0" cy="0"/>
        </a:xfrm>
      </p:grpSpPr>
      <p:sp>
        <p:nvSpPr>
          <p:cNvPr id="492" name="Google Shape;492;p34"/>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493" name="Google Shape;493;p34"/>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494" name="Google Shape;494;p34"/>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495" name="Google Shape;495;p34"/>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96" name="Google Shape;496;p34"/>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grpSp>
        <p:nvGrpSpPr>
          <p:cNvPr id="497" name="Google Shape;497;p34"/>
          <p:cNvGrpSpPr/>
          <p:nvPr/>
        </p:nvGrpSpPr>
        <p:grpSpPr>
          <a:xfrm>
            <a:off x="-2450" y="131788"/>
            <a:ext cx="9144000" cy="5011712"/>
            <a:chOff x="-2450" y="131788"/>
            <a:chExt cx="9144000" cy="5011712"/>
          </a:xfrm>
        </p:grpSpPr>
        <p:sp>
          <p:nvSpPr>
            <p:cNvPr id="498" name="Google Shape;498;p34"/>
            <p:cNvSpPr/>
            <p:nvPr/>
          </p:nvSpPr>
          <p:spPr>
            <a:xfrm>
              <a:off x="-2450" y="486600"/>
              <a:ext cx="9144000" cy="46569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99" name="Google Shape;499;p34"/>
            <p:cNvSpPr/>
            <p:nvPr/>
          </p:nvSpPr>
          <p:spPr>
            <a:xfrm>
              <a:off x="52787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
        <p:nvSpPr>
          <p:cNvPr id="500" name="Google Shape;500;p34"/>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501" name="Google Shape;501;p34"/>
          <p:cNvSpPr txBox="1"/>
          <p:nvPr>
            <p:ph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502" name="Google Shape;502;p34"/>
          <p:cNvSpPr txBox="1"/>
          <p:nvPr>
            <p:ph idx="4" type="subTitle"/>
          </p:nvPr>
        </p:nvSpPr>
        <p:spPr>
          <a:xfrm>
            <a:off x="229085" y="1666050"/>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503" name="Google Shape;503;p34"/>
          <p:cNvSpPr txBox="1"/>
          <p:nvPr>
            <p:ph idx="5" type="subTitle"/>
          </p:nvPr>
        </p:nvSpPr>
        <p:spPr>
          <a:xfrm>
            <a:off x="229085" y="2341863"/>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504" name="Google Shape;504;p34"/>
          <p:cNvSpPr txBox="1"/>
          <p:nvPr>
            <p:ph idx="6" type="subTitle"/>
          </p:nvPr>
        </p:nvSpPr>
        <p:spPr>
          <a:xfrm>
            <a:off x="229085" y="3018975"/>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505" name="Google Shape;505;p34"/>
          <p:cNvSpPr txBox="1"/>
          <p:nvPr>
            <p:ph idx="7" type="subTitle"/>
          </p:nvPr>
        </p:nvSpPr>
        <p:spPr>
          <a:xfrm>
            <a:off x="229085" y="3694788"/>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506" name="Google Shape;506;p34"/>
          <p:cNvSpPr txBox="1"/>
          <p:nvPr>
            <p:ph idx="8" type="subTitle"/>
          </p:nvPr>
        </p:nvSpPr>
        <p:spPr>
          <a:xfrm>
            <a:off x="229085" y="4371888"/>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507" name="Google Shape;507;p34"/>
          <p:cNvSpPr txBox="1"/>
          <p:nvPr>
            <p:ph idx="9" type="title"/>
          </p:nvPr>
        </p:nvSpPr>
        <p:spPr>
          <a:xfrm>
            <a:off x="596525" y="753324"/>
            <a:ext cx="7062000" cy="6834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08" name="Google Shape;508;p34"/>
          <p:cNvSpPr txBox="1"/>
          <p:nvPr>
            <p:ph idx="13" type="subTitle"/>
          </p:nvPr>
        </p:nvSpPr>
        <p:spPr>
          <a:xfrm>
            <a:off x="7916986"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509" name="Google Shape;509;p34"/>
          <p:cNvSpPr txBox="1"/>
          <p:nvPr>
            <p:ph idx="14" type="subTitle"/>
          </p:nvPr>
        </p:nvSpPr>
        <p:spPr>
          <a:xfrm>
            <a:off x="6689861"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510" name="Google Shape;510;p34"/>
          <p:cNvSpPr txBox="1"/>
          <p:nvPr>
            <p:ph idx="15" type="subTitle"/>
          </p:nvPr>
        </p:nvSpPr>
        <p:spPr>
          <a:xfrm>
            <a:off x="5462861"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511" name="Google Shape;511;p34"/>
          <p:cNvSpPr txBox="1"/>
          <p:nvPr>
            <p:ph idx="16" type="subTitle"/>
          </p:nvPr>
        </p:nvSpPr>
        <p:spPr>
          <a:xfrm>
            <a:off x="4235836"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512" name="Google Shape;512;p34"/>
          <p:cNvSpPr txBox="1"/>
          <p:nvPr>
            <p:ph idx="17" type="subTitle"/>
          </p:nvPr>
        </p:nvSpPr>
        <p:spPr>
          <a:xfrm>
            <a:off x="3008011"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513" name="Google Shape;513;p34"/>
          <p:cNvSpPr txBox="1"/>
          <p:nvPr>
            <p:ph idx="18" type="subTitle"/>
          </p:nvPr>
        </p:nvSpPr>
        <p:spPr>
          <a:xfrm>
            <a:off x="1781686"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p:cSld name="CUSTOM_3">
    <p:spTree>
      <p:nvGrpSpPr>
        <p:cNvPr id="514" name="Shape 514"/>
        <p:cNvGrpSpPr/>
        <p:nvPr/>
      </p:nvGrpSpPr>
      <p:grpSpPr>
        <a:xfrm>
          <a:off x="0" y="0"/>
          <a:ext cx="0" cy="0"/>
          <a:chOff x="0" y="0"/>
          <a:chExt cx="0" cy="0"/>
        </a:xfrm>
      </p:grpSpPr>
      <p:sp>
        <p:nvSpPr>
          <p:cNvPr id="515" name="Google Shape;515;p35"/>
          <p:cNvSpPr/>
          <p:nvPr/>
        </p:nvSpPr>
        <p:spPr>
          <a:xfrm>
            <a:off x="-2450" y="486600"/>
            <a:ext cx="9144000" cy="4656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516" name="Google Shape;516;p35"/>
          <p:cNvSpPr txBox="1"/>
          <p:nvPr>
            <p:ph type="title"/>
          </p:nvPr>
        </p:nvSpPr>
        <p:spPr>
          <a:xfrm>
            <a:off x="593175" y="486000"/>
            <a:ext cx="7916400" cy="27432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p:txBody>
      </p:sp>
      <p:sp>
        <p:nvSpPr>
          <p:cNvPr id="517" name="Google Shape;517;p35"/>
          <p:cNvSpPr txBox="1"/>
          <p:nvPr>
            <p:ph idx="1" type="body"/>
          </p:nvPr>
        </p:nvSpPr>
        <p:spPr>
          <a:xfrm>
            <a:off x="575438" y="4387200"/>
            <a:ext cx="2919600" cy="648000"/>
          </a:xfrm>
          <a:prstGeom prst="rect">
            <a:avLst/>
          </a:prstGeom>
        </p:spPr>
        <p:txBody>
          <a:bodyPr anchorCtr="0" anchor="t" bIns="91425" lIns="0" spcFirstLastPara="1" rIns="0" wrap="square" tIns="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518" name="Google Shape;518;p35"/>
          <p:cNvSpPr txBox="1"/>
          <p:nvPr>
            <p:ph idx="2" type="subTitle"/>
          </p:nvPr>
        </p:nvSpPr>
        <p:spPr>
          <a:xfrm>
            <a:off x="1284638" y="214800"/>
            <a:ext cx="1501200" cy="183600"/>
          </a:xfrm>
          <a:prstGeom prst="rect">
            <a:avLst/>
          </a:prstGeom>
        </p:spPr>
        <p:txBody>
          <a:bodyPr anchorCtr="0" anchor="ctr" bIns="0" lIns="0" spcFirstLastPara="1" rIns="0" wrap="square" tIns="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9" name="Google Shape;519;p35"/>
          <p:cNvSpPr txBox="1"/>
          <p:nvPr>
            <p:ph idx="3" type="subTitle"/>
          </p:nvPr>
        </p:nvSpPr>
        <p:spPr>
          <a:xfrm>
            <a:off x="5539500" y="4387200"/>
            <a:ext cx="3002400" cy="6480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1200"/>
              <a:buFont typeface="Hanken Grotesk"/>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1">
  <p:cSld name="CUSTOM_3_1">
    <p:bg>
      <p:bgPr>
        <a:solidFill>
          <a:schemeClr val="dk2"/>
        </a:solidFill>
      </p:bgPr>
    </p:bg>
    <p:spTree>
      <p:nvGrpSpPr>
        <p:cNvPr id="520" name="Shape 520"/>
        <p:cNvGrpSpPr/>
        <p:nvPr/>
      </p:nvGrpSpPr>
      <p:grpSpPr>
        <a:xfrm>
          <a:off x="0" y="0"/>
          <a:ext cx="0" cy="0"/>
          <a:chOff x="0" y="0"/>
          <a:chExt cx="0" cy="0"/>
        </a:xfrm>
      </p:grpSpPr>
      <p:sp>
        <p:nvSpPr>
          <p:cNvPr id="521" name="Google Shape;521;p36"/>
          <p:cNvSpPr/>
          <p:nvPr/>
        </p:nvSpPr>
        <p:spPr>
          <a:xfrm>
            <a:off x="-2450" y="486600"/>
            <a:ext cx="9144000" cy="46569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522" name="Google Shape;522;p36"/>
          <p:cNvSpPr txBox="1"/>
          <p:nvPr>
            <p:ph type="title"/>
          </p:nvPr>
        </p:nvSpPr>
        <p:spPr>
          <a:xfrm>
            <a:off x="593175" y="486000"/>
            <a:ext cx="7916400" cy="27432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p:txBody>
      </p:sp>
      <p:sp>
        <p:nvSpPr>
          <p:cNvPr id="523" name="Google Shape;523;p36"/>
          <p:cNvSpPr txBox="1"/>
          <p:nvPr>
            <p:ph idx="1" type="body"/>
          </p:nvPr>
        </p:nvSpPr>
        <p:spPr>
          <a:xfrm>
            <a:off x="575438" y="4387200"/>
            <a:ext cx="2919600" cy="648000"/>
          </a:xfrm>
          <a:prstGeom prst="rect">
            <a:avLst/>
          </a:prstGeom>
        </p:spPr>
        <p:txBody>
          <a:bodyPr anchorCtr="0" anchor="t" bIns="91425" lIns="0" spcFirstLastPara="1" rIns="0" wrap="square" tIns="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524" name="Google Shape;524;p36"/>
          <p:cNvSpPr txBox="1"/>
          <p:nvPr>
            <p:ph idx="2" type="subTitle"/>
          </p:nvPr>
        </p:nvSpPr>
        <p:spPr>
          <a:xfrm>
            <a:off x="5539500" y="4387200"/>
            <a:ext cx="3002400" cy="6480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1200"/>
              <a:buFont typeface="Hanken Grotesk"/>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5" name="Google Shape;525;p36"/>
          <p:cNvSpPr txBox="1"/>
          <p:nvPr>
            <p:ph idx="3" type="subTitle"/>
          </p:nvPr>
        </p:nvSpPr>
        <p:spPr>
          <a:xfrm>
            <a:off x="1284638" y="214800"/>
            <a:ext cx="1501200" cy="183600"/>
          </a:xfrm>
          <a:prstGeom prst="rect">
            <a:avLst/>
          </a:prstGeom>
        </p:spPr>
        <p:txBody>
          <a:bodyPr anchorCtr="0" anchor="ctr" bIns="0" lIns="0" spcFirstLastPara="1" rIns="0" wrap="square" tIns="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s 1 1">
  <p:cSld name="CUSTOM_7_1_1_1_1_1_1_1_1_1_1_1_1_1_1_1_1_6_1">
    <p:spTree>
      <p:nvGrpSpPr>
        <p:cNvPr id="526" name="Shape 526"/>
        <p:cNvGrpSpPr/>
        <p:nvPr/>
      </p:nvGrpSpPr>
      <p:grpSpPr>
        <a:xfrm>
          <a:off x="0" y="0"/>
          <a:ext cx="0" cy="0"/>
          <a:chOff x="0" y="0"/>
          <a:chExt cx="0" cy="0"/>
        </a:xfrm>
      </p:grpSpPr>
      <p:sp>
        <p:nvSpPr>
          <p:cNvPr id="527" name="Google Shape;527;p37"/>
          <p:cNvSpPr txBox="1"/>
          <p:nvPr>
            <p:ph type="title"/>
          </p:nvPr>
        </p:nvSpPr>
        <p:spPr>
          <a:xfrm>
            <a:off x="2184250"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528" name="Google Shape;528;p37"/>
          <p:cNvSpPr txBox="1"/>
          <p:nvPr>
            <p:ph idx="2" type="title"/>
          </p:nvPr>
        </p:nvSpPr>
        <p:spPr>
          <a:xfrm>
            <a:off x="3962263"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529" name="Google Shape;529;p37"/>
          <p:cNvSpPr txBox="1"/>
          <p:nvPr>
            <p:ph idx="3" type="title"/>
          </p:nvPr>
        </p:nvSpPr>
        <p:spPr>
          <a:xfrm>
            <a:off x="406525"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530" name="Google Shape;530;p37"/>
          <p:cNvSpPr txBox="1"/>
          <p:nvPr>
            <p:ph idx="4" type="title"/>
          </p:nvPr>
        </p:nvSpPr>
        <p:spPr>
          <a:xfrm>
            <a:off x="5729600"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531" name="Google Shape;531;p37"/>
          <p:cNvSpPr txBox="1"/>
          <p:nvPr>
            <p:ph idx="5" type="title"/>
          </p:nvPr>
        </p:nvSpPr>
        <p:spPr>
          <a:xfrm>
            <a:off x="7518138"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532" name="Google Shape;532;p37"/>
          <p:cNvSpPr txBox="1"/>
          <p:nvPr>
            <p:ph idx="6" type="title"/>
          </p:nvPr>
        </p:nvSpPr>
        <p:spPr>
          <a:xfrm>
            <a:off x="22475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533" name="Google Shape;533;p37"/>
          <p:cNvSpPr txBox="1"/>
          <p:nvPr>
            <p:ph idx="7" type="title"/>
          </p:nvPr>
        </p:nvSpPr>
        <p:spPr>
          <a:xfrm>
            <a:off x="200380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534" name="Google Shape;534;p37"/>
          <p:cNvSpPr txBox="1"/>
          <p:nvPr>
            <p:ph idx="8" type="title"/>
          </p:nvPr>
        </p:nvSpPr>
        <p:spPr>
          <a:xfrm>
            <a:off x="378050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535" name="Google Shape;535;p37"/>
          <p:cNvSpPr txBox="1"/>
          <p:nvPr>
            <p:ph idx="9" type="title"/>
          </p:nvPr>
        </p:nvSpPr>
        <p:spPr>
          <a:xfrm>
            <a:off x="555865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536" name="Google Shape;536;p37"/>
          <p:cNvSpPr txBox="1"/>
          <p:nvPr>
            <p:ph idx="13" type="title"/>
          </p:nvPr>
        </p:nvSpPr>
        <p:spPr>
          <a:xfrm>
            <a:off x="733645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537" name="Google Shape;537;p37"/>
          <p:cNvSpPr txBox="1"/>
          <p:nvPr>
            <p:ph idx="14" type="title"/>
          </p:nvPr>
        </p:nvSpPr>
        <p:spPr>
          <a:xfrm>
            <a:off x="7339963"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538" name="Google Shape;538;p37"/>
          <p:cNvSpPr txBox="1"/>
          <p:nvPr>
            <p:ph idx="15" type="title"/>
          </p:nvPr>
        </p:nvSpPr>
        <p:spPr>
          <a:xfrm>
            <a:off x="3780063"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539" name="Google Shape;539;p37"/>
          <p:cNvSpPr txBox="1"/>
          <p:nvPr>
            <p:ph idx="16" type="title"/>
          </p:nvPr>
        </p:nvSpPr>
        <p:spPr>
          <a:xfrm>
            <a:off x="5557163"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540" name="Google Shape;540;p37"/>
          <p:cNvSpPr txBox="1"/>
          <p:nvPr>
            <p:ph idx="17" type="title"/>
          </p:nvPr>
        </p:nvSpPr>
        <p:spPr>
          <a:xfrm>
            <a:off x="227650"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541" name="Google Shape;541;p37"/>
          <p:cNvSpPr txBox="1"/>
          <p:nvPr>
            <p:ph idx="18" type="title"/>
          </p:nvPr>
        </p:nvSpPr>
        <p:spPr>
          <a:xfrm>
            <a:off x="2004750"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542" name="Google Shape;542;p37"/>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543" name="Google Shape;543;p37"/>
          <p:cNvSpPr txBox="1"/>
          <p:nvPr>
            <p:ph idx="19" type="body"/>
          </p:nvPr>
        </p:nvSpPr>
        <p:spPr>
          <a:xfrm>
            <a:off x="223881"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44" name="Google Shape;544;p37"/>
          <p:cNvSpPr txBox="1"/>
          <p:nvPr>
            <p:ph idx="20" type="body"/>
          </p:nvPr>
        </p:nvSpPr>
        <p:spPr>
          <a:xfrm>
            <a:off x="2004019"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45" name="Google Shape;545;p37"/>
          <p:cNvSpPr txBox="1"/>
          <p:nvPr>
            <p:ph idx="21" type="body"/>
          </p:nvPr>
        </p:nvSpPr>
        <p:spPr>
          <a:xfrm>
            <a:off x="3780063"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46" name="Google Shape;546;p37"/>
          <p:cNvSpPr txBox="1"/>
          <p:nvPr>
            <p:ph idx="22" type="body"/>
          </p:nvPr>
        </p:nvSpPr>
        <p:spPr>
          <a:xfrm>
            <a:off x="5557163"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47" name="Google Shape;547;p37"/>
          <p:cNvSpPr txBox="1"/>
          <p:nvPr>
            <p:ph idx="23" type="body"/>
          </p:nvPr>
        </p:nvSpPr>
        <p:spPr>
          <a:xfrm>
            <a:off x="7334263"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48" name="Google Shape;548;p37"/>
          <p:cNvSpPr txBox="1"/>
          <p:nvPr>
            <p:ph idx="24" type="body"/>
          </p:nvPr>
        </p:nvSpPr>
        <p:spPr>
          <a:xfrm>
            <a:off x="226606"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49" name="Google Shape;549;p37"/>
          <p:cNvSpPr txBox="1"/>
          <p:nvPr>
            <p:ph idx="25" type="body"/>
          </p:nvPr>
        </p:nvSpPr>
        <p:spPr>
          <a:xfrm>
            <a:off x="2006744"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0" name="Google Shape;550;p37"/>
          <p:cNvSpPr txBox="1"/>
          <p:nvPr>
            <p:ph idx="26" type="body"/>
          </p:nvPr>
        </p:nvSpPr>
        <p:spPr>
          <a:xfrm>
            <a:off x="3782788"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1" name="Google Shape;551;p37"/>
          <p:cNvSpPr txBox="1"/>
          <p:nvPr>
            <p:ph idx="27" type="body"/>
          </p:nvPr>
        </p:nvSpPr>
        <p:spPr>
          <a:xfrm>
            <a:off x="5559888"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2" name="Google Shape;552;p37"/>
          <p:cNvSpPr txBox="1"/>
          <p:nvPr>
            <p:ph idx="28" type="body"/>
          </p:nvPr>
        </p:nvSpPr>
        <p:spPr>
          <a:xfrm>
            <a:off x="7339713"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3" name="Google Shape;553;p37"/>
          <p:cNvSpPr txBox="1"/>
          <p:nvPr>
            <p:ph idx="29" type="body"/>
          </p:nvPr>
        </p:nvSpPr>
        <p:spPr>
          <a:xfrm>
            <a:off x="223519"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4" name="Google Shape;554;p37"/>
          <p:cNvSpPr txBox="1"/>
          <p:nvPr>
            <p:ph idx="30" type="body"/>
          </p:nvPr>
        </p:nvSpPr>
        <p:spPr>
          <a:xfrm>
            <a:off x="2003656"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5" name="Google Shape;555;p37"/>
          <p:cNvSpPr txBox="1"/>
          <p:nvPr>
            <p:ph idx="31" type="body"/>
          </p:nvPr>
        </p:nvSpPr>
        <p:spPr>
          <a:xfrm>
            <a:off x="3779701"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6" name="Google Shape;556;p37"/>
          <p:cNvSpPr txBox="1"/>
          <p:nvPr>
            <p:ph idx="32" type="body"/>
          </p:nvPr>
        </p:nvSpPr>
        <p:spPr>
          <a:xfrm>
            <a:off x="5556800"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7" name="Google Shape;557;p37"/>
          <p:cNvSpPr txBox="1"/>
          <p:nvPr>
            <p:ph idx="33" type="body"/>
          </p:nvPr>
        </p:nvSpPr>
        <p:spPr>
          <a:xfrm>
            <a:off x="7336626"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58" name="Shape 558"/>
        <p:cNvGrpSpPr/>
        <p:nvPr/>
      </p:nvGrpSpPr>
      <p:grpSpPr>
        <a:xfrm>
          <a:off x="0" y="0"/>
          <a:ext cx="0" cy="0"/>
          <a:chOff x="0" y="0"/>
          <a:chExt cx="0" cy="0"/>
        </a:xfrm>
      </p:grpSpPr>
      <p:sp>
        <p:nvSpPr>
          <p:cNvPr id="559" name="Google Shape;559;p3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0" name="Google Shape;560;p3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61" name="Shape 561"/>
        <p:cNvGrpSpPr/>
        <p:nvPr/>
      </p:nvGrpSpPr>
      <p:grpSpPr>
        <a:xfrm>
          <a:off x="0" y="0"/>
          <a:ext cx="0" cy="0"/>
          <a:chOff x="0" y="0"/>
          <a:chExt cx="0" cy="0"/>
        </a:xfrm>
      </p:grpSpPr>
      <p:sp>
        <p:nvSpPr>
          <p:cNvPr id="562" name="Google Shape;562;p3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563" name="Shape 563"/>
        <p:cNvGrpSpPr/>
        <p:nvPr/>
      </p:nvGrpSpPr>
      <p:grpSpPr>
        <a:xfrm>
          <a:off x="0" y="0"/>
          <a:ext cx="0" cy="0"/>
          <a:chOff x="0" y="0"/>
          <a:chExt cx="0" cy="0"/>
        </a:xfrm>
      </p:grpSpPr>
      <p:sp>
        <p:nvSpPr>
          <p:cNvPr id="564" name="Google Shape;564;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65" name="Google Shape;565;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566" name="Shape 566"/>
        <p:cNvGrpSpPr/>
        <p:nvPr/>
      </p:nvGrpSpPr>
      <p:grpSpPr>
        <a:xfrm>
          <a:off x="0" y="0"/>
          <a:ext cx="0" cy="0"/>
          <a:chOff x="0" y="0"/>
          <a:chExt cx="0" cy="0"/>
        </a:xfrm>
      </p:grpSpPr>
      <p:sp>
        <p:nvSpPr>
          <p:cNvPr id="567" name="Google Shape;567;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68" name="Google Shape;568;p41"/>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69" name="Google Shape;569;p41"/>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70" name="Shape 570"/>
        <p:cNvGrpSpPr/>
        <p:nvPr/>
      </p:nvGrpSpPr>
      <p:grpSpPr>
        <a:xfrm>
          <a:off x="0" y="0"/>
          <a:ext cx="0" cy="0"/>
          <a:chOff x="0" y="0"/>
          <a:chExt cx="0" cy="0"/>
        </a:xfrm>
      </p:grpSpPr>
      <p:sp>
        <p:nvSpPr>
          <p:cNvPr id="571" name="Google Shape;571;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572" name="Shape 572"/>
        <p:cNvGrpSpPr/>
        <p:nvPr/>
      </p:nvGrpSpPr>
      <p:grpSpPr>
        <a:xfrm>
          <a:off x="0" y="0"/>
          <a:ext cx="0" cy="0"/>
          <a:chOff x="0" y="0"/>
          <a:chExt cx="0" cy="0"/>
        </a:xfrm>
      </p:grpSpPr>
      <p:sp>
        <p:nvSpPr>
          <p:cNvPr id="573" name="Google Shape;573;p43"/>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74" name="Google Shape;574;p43"/>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575" name="Shape 575"/>
        <p:cNvGrpSpPr/>
        <p:nvPr/>
      </p:nvGrpSpPr>
      <p:grpSpPr>
        <a:xfrm>
          <a:off x="0" y="0"/>
          <a:ext cx="0" cy="0"/>
          <a:chOff x="0" y="0"/>
          <a:chExt cx="0" cy="0"/>
        </a:xfrm>
      </p:grpSpPr>
      <p:sp>
        <p:nvSpPr>
          <p:cNvPr id="576" name="Google Shape;576;p44"/>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577" name="Shape 577"/>
        <p:cNvGrpSpPr/>
        <p:nvPr/>
      </p:nvGrpSpPr>
      <p:grpSpPr>
        <a:xfrm>
          <a:off x="0" y="0"/>
          <a:ext cx="0" cy="0"/>
          <a:chOff x="0" y="0"/>
          <a:chExt cx="0" cy="0"/>
        </a:xfrm>
      </p:grpSpPr>
      <p:sp>
        <p:nvSpPr>
          <p:cNvPr id="578" name="Google Shape;578;p45"/>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79" name="Google Shape;579;p45"/>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80" name="Google Shape;580;p45"/>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581" name="Shape 581"/>
        <p:cNvGrpSpPr/>
        <p:nvPr/>
      </p:nvGrpSpPr>
      <p:grpSpPr>
        <a:xfrm>
          <a:off x="0" y="0"/>
          <a:ext cx="0" cy="0"/>
          <a:chOff x="0" y="0"/>
          <a:chExt cx="0" cy="0"/>
        </a:xfrm>
      </p:grpSpPr>
      <p:sp>
        <p:nvSpPr>
          <p:cNvPr id="582" name="Google Shape;582;p46"/>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583" name="Shape 583"/>
        <p:cNvGrpSpPr/>
        <p:nvPr/>
      </p:nvGrpSpPr>
      <p:grpSpPr>
        <a:xfrm>
          <a:off x="0" y="0"/>
          <a:ext cx="0" cy="0"/>
          <a:chOff x="0" y="0"/>
          <a:chExt cx="0" cy="0"/>
        </a:xfrm>
      </p:grpSpPr>
      <p:sp>
        <p:nvSpPr>
          <p:cNvPr id="584" name="Google Shape;584;p47"/>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85" name="Google Shape;585;p47"/>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86" name="Shape 586"/>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587" name="Shape 587"/>
        <p:cNvGrpSpPr/>
        <p:nvPr/>
      </p:nvGrpSpPr>
      <p:grpSpPr>
        <a:xfrm>
          <a:off x="0" y="0"/>
          <a:ext cx="0" cy="0"/>
          <a:chOff x="0" y="0"/>
          <a:chExt cx="0" cy="0"/>
        </a:xfrm>
      </p:grpSpPr>
      <p:sp>
        <p:nvSpPr>
          <p:cNvPr id="588" name="Google Shape;588;p49"/>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89" name="Google Shape;589;p49"/>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90" name="Google Shape;590;p49"/>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91" name="Google Shape;591;p49"/>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92" name="Google Shape;592;p49"/>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93" name="Google Shape;593;p49"/>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94" name="Google Shape;594;p49"/>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595" name="Shape 595"/>
        <p:cNvGrpSpPr/>
        <p:nvPr/>
      </p:nvGrpSpPr>
      <p:grpSpPr>
        <a:xfrm>
          <a:off x="0" y="0"/>
          <a:ext cx="0" cy="0"/>
          <a:chOff x="0" y="0"/>
          <a:chExt cx="0" cy="0"/>
        </a:xfrm>
      </p:grpSpPr>
      <p:sp>
        <p:nvSpPr>
          <p:cNvPr id="596" name="Google Shape;596;p5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97" name="Google Shape;597;p50"/>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98" name="Google Shape;598;p50"/>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599" name="Shape 599"/>
        <p:cNvGrpSpPr/>
        <p:nvPr/>
      </p:nvGrpSpPr>
      <p:grpSpPr>
        <a:xfrm>
          <a:off x="0" y="0"/>
          <a:ext cx="0" cy="0"/>
          <a:chOff x="0" y="0"/>
          <a:chExt cx="0" cy="0"/>
        </a:xfrm>
      </p:grpSpPr>
      <p:sp>
        <p:nvSpPr>
          <p:cNvPr id="600" name="Google Shape;600;p51"/>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01" name="Google Shape;601;p51"/>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02" name="Google Shape;602;p51"/>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03" name="Google Shape;603;p51"/>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604" name="Google Shape;604;p51"/>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605" name="Shape 605"/>
        <p:cNvGrpSpPr/>
        <p:nvPr/>
      </p:nvGrpSpPr>
      <p:grpSpPr>
        <a:xfrm>
          <a:off x="0" y="0"/>
          <a:ext cx="0" cy="0"/>
          <a:chOff x="0" y="0"/>
          <a:chExt cx="0" cy="0"/>
        </a:xfrm>
      </p:grpSpPr>
      <p:sp>
        <p:nvSpPr>
          <p:cNvPr id="606" name="Google Shape;606;p52"/>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07" name="Google Shape;607;p52"/>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08" name="Google Shape;608;p52"/>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09" name="Google Shape;609;p52"/>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610" name="Google Shape;610;p52"/>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611" name="Google Shape;611;p52"/>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612" name="Google Shape;612;p52"/>
          <p:cNvSpPr txBox="1"/>
          <p:nvPr>
            <p:ph idx="6"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613" name="Shape 613"/>
        <p:cNvGrpSpPr/>
        <p:nvPr/>
      </p:nvGrpSpPr>
      <p:grpSpPr>
        <a:xfrm>
          <a:off x="0" y="0"/>
          <a:ext cx="0" cy="0"/>
          <a:chOff x="0" y="0"/>
          <a:chExt cx="0" cy="0"/>
        </a:xfrm>
      </p:grpSpPr>
      <p:sp>
        <p:nvSpPr>
          <p:cNvPr id="614" name="Google Shape;614;p53"/>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15" name="Google Shape;615;p53"/>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16" name="Google Shape;616;p53"/>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17" name="Google Shape;617;p53"/>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18" name="Google Shape;618;p53"/>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9" name="Google Shape;619;p53"/>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620" name="Google Shape;620;p53"/>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621" name="Google Shape;621;p53"/>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622" name="Google Shape;622;p53"/>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623" name="Shape 623"/>
        <p:cNvGrpSpPr/>
        <p:nvPr/>
      </p:nvGrpSpPr>
      <p:grpSpPr>
        <a:xfrm>
          <a:off x="0" y="0"/>
          <a:ext cx="0" cy="0"/>
          <a:chOff x="0" y="0"/>
          <a:chExt cx="0" cy="0"/>
        </a:xfrm>
      </p:grpSpPr>
      <p:sp>
        <p:nvSpPr>
          <p:cNvPr id="624" name="Google Shape;624;p5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625" name="Google Shape;625;p54"/>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626" name="Shape 626"/>
        <p:cNvGrpSpPr/>
        <p:nvPr/>
      </p:nvGrpSpPr>
      <p:grpSpPr>
        <a:xfrm>
          <a:off x="0" y="0"/>
          <a:ext cx="0" cy="0"/>
          <a:chOff x="0" y="0"/>
          <a:chExt cx="0" cy="0"/>
        </a:xfrm>
      </p:grpSpPr>
      <p:sp>
        <p:nvSpPr>
          <p:cNvPr id="627" name="Google Shape;627;p55"/>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28" name="Google Shape;628;p55"/>
          <p:cNvSpPr/>
          <p:nvPr>
            <p:ph idx="2" type="pic"/>
          </p:nvPr>
        </p:nvSpPr>
        <p:spPr>
          <a:xfrm>
            <a:off x="4804825" y="1133300"/>
            <a:ext cx="4027500" cy="2392800"/>
          </a:xfrm>
          <a:prstGeom prst="rect">
            <a:avLst/>
          </a:prstGeom>
          <a:noFill/>
          <a:ln>
            <a:noFill/>
          </a:ln>
        </p:spPr>
      </p:sp>
      <p:sp>
        <p:nvSpPr>
          <p:cNvPr id="629" name="Google Shape;629;p55"/>
          <p:cNvSpPr/>
          <p:nvPr>
            <p:ph idx="3" type="pic"/>
          </p:nvPr>
        </p:nvSpPr>
        <p:spPr>
          <a:xfrm>
            <a:off x="311725" y="1133300"/>
            <a:ext cx="4027500" cy="2392800"/>
          </a:xfrm>
          <a:prstGeom prst="rect">
            <a:avLst/>
          </a:prstGeom>
          <a:noFill/>
          <a:ln>
            <a:noFill/>
          </a:ln>
        </p:spPr>
      </p:sp>
      <p:sp>
        <p:nvSpPr>
          <p:cNvPr id="630" name="Google Shape;630;p55"/>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31" name="Google Shape;631;p5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632" name="Google Shape;632;p55"/>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633" name="Google Shape;633;p55"/>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634" name="Shape 634"/>
        <p:cNvGrpSpPr/>
        <p:nvPr/>
      </p:nvGrpSpPr>
      <p:grpSpPr>
        <a:xfrm>
          <a:off x="0" y="0"/>
          <a:ext cx="0" cy="0"/>
          <a:chOff x="0" y="0"/>
          <a:chExt cx="0" cy="0"/>
        </a:xfrm>
      </p:grpSpPr>
      <p:sp>
        <p:nvSpPr>
          <p:cNvPr id="635" name="Google Shape;635;p56"/>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36" name="Google Shape;636;p56"/>
          <p:cNvSpPr/>
          <p:nvPr>
            <p:ph idx="2" type="pic"/>
          </p:nvPr>
        </p:nvSpPr>
        <p:spPr>
          <a:xfrm>
            <a:off x="6205225" y="1128325"/>
            <a:ext cx="2627100" cy="2273100"/>
          </a:xfrm>
          <a:prstGeom prst="rect">
            <a:avLst/>
          </a:prstGeom>
          <a:noFill/>
          <a:ln>
            <a:noFill/>
          </a:ln>
        </p:spPr>
      </p:sp>
      <p:sp>
        <p:nvSpPr>
          <p:cNvPr id="637" name="Google Shape;637;p56"/>
          <p:cNvSpPr/>
          <p:nvPr>
            <p:ph idx="3" type="pic"/>
          </p:nvPr>
        </p:nvSpPr>
        <p:spPr>
          <a:xfrm>
            <a:off x="311725" y="1128325"/>
            <a:ext cx="2627100" cy="2273100"/>
          </a:xfrm>
          <a:prstGeom prst="rect">
            <a:avLst/>
          </a:prstGeom>
          <a:noFill/>
          <a:ln>
            <a:noFill/>
          </a:ln>
        </p:spPr>
      </p:sp>
      <p:sp>
        <p:nvSpPr>
          <p:cNvPr id="638" name="Google Shape;638;p56"/>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39" name="Google Shape;639;p56"/>
          <p:cNvSpPr/>
          <p:nvPr>
            <p:ph idx="5" type="pic"/>
          </p:nvPr>
        </p:nvSpPr>
        <p:spPr>
          <a:xfrm>
            <a:off x="3255250" y="1128325"/>
            <a:ext cx="2627100" cy="2273100"/>
          </a:xfrm>
          <a:prstGeom prst="rect">
            <a:avLst/>
          </a:prstGeom>
          <a:noFill/>
          <a:ln>
            <a:noFill/>
          </a:ln>
        </p:spPr>
      </p:sp>
      <p:sp>
        <p:nvSpPr>
          <p:cNvPr id="640" name="Google Shape;640;p56"/>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41" name="Google Shape;641;p5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642" name="Google Shape;642;p56"/>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643" name="Google Shape;643;p56"/>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644" name="Google Shape;644;p56"/>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645" name="Shape 645"/>
        <p:cNvGrpSpPr/>
        <p:nvPr/>
      </p:nvGrpSpPr>
      <p:grpSpPr>
        <a:xfrm>
          <a:off x="0" y="0"/>
          <a:ext cx="0" cy="0"/>
          <a:chOff x="0" y="0"/>
          <a:chExt cx="0" cy="0"/>
        </a:xfrm>
      </p:grpSpPr>
      <p:sp>
        <p:nvSpPr>
          <p:cNvPr id="646" name="Google Shape;646;p57"/>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647" name="Shape 647"/>
        <p:cNvGrpSpPr/>
        <p:nvPr/>
      </p:nvGrpSpPr>
      <p:grpSpPr>
        <a:xfrm>
          <a:off x="0" y="0"/>
          <a:ext cx="0" cy="0"/>
          <a:chOff x="0" y="0"/>
          <a:chExt cx="0" cy="0"/>
        </a:xfrm>
      </p:grpSpPr>
      <p:sp>
        <p:nvSpPr>
          <p:cNvPr id="648" name="Google Shape;648;p58"/>
          <p:cNvSpPr/>
          <p:nvPr>
            <p:ph idx="2" type="pic"/>
          </p:nvPr>
        </p:nvSpPr>
        <p:spPr>
          <a:xfrm>
            <a:off x="3389600" y="118913"/>
            <a:ext cx="1643700" cy="1535100"/>
          </a:xfrm>
          <a:prstGeom prst="rect">
            <a:avLst/>
          </a:prstGeom>
          <a:noFill/>
          <a:ln>
            <a:noFill/>
          </a:ln>
        </p:spPr>
      </p:sp>
      <p:sp>
        <p:nvSpPr>
          <p:cNvPr id="649" name="Google Shape;649;p58"/>
          <p:cNvSpPr/>
          <p:nvPr>
            <p:ph idx="3" type="pic"/>
          </p:nvPr>
        </p:nvSpPr>
        <p:spPr>
          <a:xfrm>
            <a:off x="5195935" y="118913"/>
            <a:ext cx="1643700" cy="1535100"/>
          </a:xfrm>
          <a:prstGeom prst="rect">
            <a:avLst/>
          </a:prstGeom>
          <a:noFill/>
          <a:ln>
            <a:noFill/>
          </a:ln>
        </p:spPr>
      </p:sp>
      <p:sp>
        <p:nvSpPr>
          <p:cNvPr id="650" name="Google Shape;650;p58"/>
          <p:cNvSpPr/>
          <p:nvPr>
            <p:ph idx="4" type="pic"/>
          </p:nvPr>
        </p:nvSpPr>
        <p:spPr>
          <a:xfrm>
            <a:off x="7002270" y="118913"/>
            <a:ext cx="1643700" cy="1535100"/>
          </a:xfrm>
          <a:prstGeom prst="rect">
            <a:avLst/>
          </a:prstGeom>
          <a:noFill/>
          <a:ln>
            <a:noFill/>
          </a:ln>
        </p:spPr>
      </p:sp>
      <p:sp>
        <p:nvSpPr>
          <p:cNvPr id="651" name="Google Shape;651;p58"/>
          <p:cNvSpPr/>
          <p:nvPr>
            <p:ph idx="5" type="pic"/>
          </p:nvPr>
        </p:nvSpPr>
        <p:spPr>
          <a:xfrm>
            <a:off x="3389588" y="1804212"/>
            <a:ext cx="1643700" cy="1535100"/>
          </a:xfrm>
          <a:prstGeom prst="rect">
            <a:avLst/>
          </a:prstGeom>
          <a:noFill/>
          <a:ln>
            <a:noFill/>
          </a:ln>
        </p:spPr>
      </p:sp>
      <p:sp>
        <p:nvSpPr>
          <p:cNvPr id="652" name="Google Shape;652;p58"/>
          <p:cNvSpPr/>
          <p:nvPr>
            <p:ph idx="6" type="pic"/>
          </p:nvPr>
        </p:nvSpPr>
        <p:spPr>
          <a:xfrm>
            <a:off x="5195922" y="1804212"/>
            <a:ext cx="1643700" cy="1535100"/>
          </a:xfrm>
          <a:prstGeom prst="rect">
            <a:avLst/>
          </a:prstGeom>
          <a:noFill/>
          <a:ln>
            <a:noFill/>
          </a:ln>
        </p:spPr>
      </p:sp>
      <p:sp>
        <p:nvSpPr>
          <p:cNvPr id="653" name="Google Shape;653;p58"/>
          <p:cNvSpPr/>
          <p:nvPr>
            <p:ph idx="7" type="pic"/>
          </p:nvPr>
        </p:nvSpPr>
        <p:spPr>
          <a:xfrm>
            <a:off x="7002257" y="1804212"/>
            <a:ext cx="1643700" cy="1535100"/>
          </a:xfrm>
          <a:prstGeom prst="rect">
            <a:avLst/>
          </a:prstGeom>
          <a:noFill/>
          <a:ln>
            <a:noFill/>
          </a:ln>
        </p:spPr>
      </p:sp>
      <p:sp>
        <p:nvSpPr>
          <p:cNvPr id="654" name="Google Shape;654;p58"/>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655" name="Google Shape;655;p58"/>
          <p:cNvSpPr/>
          <p:nvPr>
            <p:ph idx="8" type="pic"/>
          </p:nvPr>
        </p:nvSpPr>
        <p:spPr>
          <a:xfrm>
            <a:off x="3389588" y="3489487"/>
            <a:ext cx="1643700" cy="1535100"/>
          </a:xfrm>
          <a:prstGeom prst="rect">
            <a:avLst/>
          </a:prstGeom>
          <a:noFill/>
          <a:ln>
            <a:noFill/>
          </a:ln>
        </p:spPr>
      </p:sp>
      <p:sp>
        <p:nvSpPr>
          <p:cNvPr id="656" name="Google Shape;656;p58"/>
          <p:cNvSpPr/>
          <p:nvPr>
            <p:ph idx="9" type="pic"/>
          </p:nvPr>
        </p:nvSpPr>
        <p:spPr>
          <a:xfrm>
            <a:off x="5195922" y="3489487"/>
            <a:ext cx="1643700" cy="1535100"/>
          </a:xfrm>
          <a:prstGeom prst="rect">
            <a:avLst/>
          </a:prstGeom>
          <a:noFill/>
          <a:ln>
            <a:noFill/>
          </a:ln>
        </p:spPr>
      </p:sp>
      <p:sp>
        <p:nvSpPr>
          <p:cNvPr id="657" name="Google Shape;657;p58"/>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theme" Target="../theme/theme3.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1pPr>
            <a:lvl2pPr lvl="1">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2pPr>
            <a:lvl3pPr lvl="2">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3pPr>
            <a:lvl4pPr lvl="3">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4pPr>
            <a:lvl5pPr lvl="4">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5pPr>
            <a:lvl6pPr lvl="5">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6pPr>
            <a:lvl7pPr lvl="6">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7pPr>
            <a:lvl8pPr lvl="7">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8pPr>
            <a:lvl9pPr lvl="8">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1pPr>
            <a:lvl2pPr indent="-292100" lvl="1" marL="9144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2pPr>
            <a:lvl3pPr indent="-292100" lvl="2" marL="13716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3pPr>
            <a:lvl4pPr indent="-292100" lvl="3" marL="18288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4pPr>
            <a:lvl5pPr indent="-292100" lvl="4" marL="22860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5pPr>
            <a:lvl6pPr indent="-292100" lvl="5" marL="27432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6pPr>
            <a:lvl7pPr indent="-292100" lvl="6" marL="32004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7pPr>
            <a:lvl8pPr indent="-292100" lvl="7" marL="36576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8pPr>
            <a:lvl9pPr indent="-292100" lvl="8" marL="41148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1pPr>
            <a:lvl2pPr indent="0" lvl="1"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2pPr>
            <a:lvl3pPr indent="0" lvl="2"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3pPr>
            <a:lvl4pPr indent="0" lvl="3"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4pPr>
            <a:lvl5pPr indent="0" lvl="4"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5pPr>
            <a:lvl6pPr indent="0" lvl="5"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6pPr>
            <a:lvl7pPr indent="0" lvl="6"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7pPr>
            <a:lvl8pPr indent="0" lvl="7"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8pPr>
            <a:lvl9pPr indent="0" lvl="8"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59"/>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63" name="Google Shape;663;p59"/>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64" name="Google Shape;664;p59"/>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65" name="Google Shape;665;p59"/>
          <p:cNvSpPr txBox="1"/>
          <p:nvPr>
            <p:ph type="title"/>
          </p:nvPr>
        </p:nvSpPr>
        <p:spPr>
          <a:xfrm>
            <a:off x="593175" y="486000"/>
            <a:ext cx="7916400" cy="2743200"/>
          </a:xfrm>
          <a:prstGeom prst="rect">
            <a:avLst/>
          </a:prstGeom>
        </p:spPr>
        <p:txBody>
          <a:bodyPr anchorCtr="0" anchor="b" bIns="0" lIns="0" spcFirstLastPara="1" rIns="0" wrap="square" tIns="0">
            <a:noAutofit/>
          </a:bodyPr>
          <a:lstStyle/>
          <a:p>
            <a:pPr indent="0" lvl="0" marL="0" rtl="0" algn="l">
              <a:lnSpc>
                <a:spcPct val="80000"/>
              </a:lnSpc>
              <a:spcBef>
                <a:spcPts val="0"/>
              </a:spcBef>
              <a:spcAft>
                <a:spcPts val="0"/>
              </a:spcAft>
              <a:buSzPts val="8000"/>
              <a:buNone/>
            </a:pPr>
            <a:r>
              <a:rPr lang="en" sz="5000"/>
              <a:t>Phase II: Optimizing AdStreams Two-Stage Allocation System</a:t>
            </a:r>
            <a:endParaRPr sz="5000"/>
          </a:p>
        </p:txBody>
      </p:sp>
      <p:sp>
        <p:nvSpPr>
          <p:cNvPr id="666" name="Google Shape;666;p59"/>
          <p:cNvSpPr txBox="1"/>
          <p:nvPr>
            <p:ph idx="1" type="body"/>
          </p:nvPr>
        </p:nvSpPr>
        <p:spPr>
          <a:xfrm>
            <a:off x="575453" y="4387200"/>
            <a:ext cx="3592200" cy="648000"/>
          </a:xfrm>
          <a:prstGeom prst="rect">
            <a:avLst/>
          </a:prstGeom>
        </p:spPr>
        <p:txBody>
          <a:bodyPr anchorCtr="0" anchor="t" bIns="91425" lIns="0" spcFirstLastPara="1" rIns="0" wrap="square" tIns="0">
            <a:normAutofit/>
          </a:bodyPr>
          <a:lstStyle/>
          <a:p>
            <a:pPr indent="0" lvl="0" marL="0" rtl="0" algn="l">
              <a:spcBef>
                <a:spcPts val="0"/>
              </a:spcBef>
              <a:spcAft>
                <a:spcPts val="0"/>
              </a:spcAft>
              <a:buClr>
                <a:schemeClr val="dk1"/>
              </a:buClr>
              <a:buSzPts val="1000"/>
              <a:buFont typeface="Arial"/>
              <a:buNone/>
            </a:pPr>
            <a:r>
              <a:rPr lang="en"/>
              <a:t>Hunter Delaney, Steven Edwards, Melani Louie, Eugene Tu</a:t>
            </a:r>
            <a:endParaRPr/>
          </a:p>
        </p:txBody>
      </p:sp>
      <p:sp>
        <p:nvSpPr>
          <p:cNvPr id="667" name="Google Shape;667;p59"/>
          <p:cNvSpPr txBox="1"/>
          <p:nvPr>
            <p:ph idx="2" type="subTitle"/>
          </p:nvPr>
        </p:nvSpPr>
        <p:spPr>
          <a:xfrm>
            <a:off x="1327549" y="220000"/>
            <a:ext cx="1415400" cy="183600"/>
          </a:xfrm>
          <a:prstGeom prst="rect">
            <a:avLst/>
          </a:prstGeom>
        </p:spPr>
        <p:txBody>
          <a:bodyPr anchorCtr="0" anchor="ctr" bIns="0" lIns="0" spcFirstLastPara="1" rIns="0" wrap="square" tIns="0">
            <a:normAutofit fontScale="77500"/>
          </a:bodyPr>
          <a:lstStyle/>
          <a:p>
            <a:pPr indent="0" lvl="0" marL="0" rtl="0" algn="ctr">
              <a:lnSpc>
                <a:spcPct val="115000"/>
              </a:lnSpc>
              <a:spcBef>
                <a:spcPts val="0"/>
              </a:spcBef>
              <a:spcAft>
                <a:spcPts val="0"/>
              </a:spcAft>
              <a:buSzPct val="100000"/>
              <a:buNone/>
            </a:pPr>
            <a:r>
              <a:rPr lang="en"/>
              <a:t>Optimus Prime Consulting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60"/>
          <p:cNvSpPr txBox="1"/>
          <p:nvPr/>
        </p:nvSpPr>
        <p:spPr>
          <a:xfrm>
            <a:off x="98325" y="0"/>
            <a:ext cx="5122500" cy="12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dk1"/>
                </a:solidFill>
                <a:latin typeface="Hanken Grotesk"/>
                <a:ea typeface="Hanken Grotesk"/>
                <a:cs typeface="Hanken Grotesk"/>
                <a:sym typeface="Hanken Grotesk"/>
              </a:rPr>
              <a:t>Agenda</a:t>
            </a:r>
            <a:endParaRPr sz="2300">
              <a:solidFill>
                <a:schemeClr val="dk1"/>
              </a:solidFill>
              <a:latin typeface="Hanken Grotesk"/>
              <a:ea typeface="Hanken Grotesk"/>
              <a:cs typeface="Hanken Grotesk"/>
              <a:sym typeface="Hanken Grotesk"/>
            </a:endParaRPr>
          </a:p>
        </p:txBody>
      </p:sp>
      <p:sp>
        <p:nvSpPr>
          <p:cNvPr id="673" name="Google Shape;673;p60"/>
          <p:cNvSpPr txBox="1"/>
          <p:nvPr/>
        </p:nvSpPr>
        <p:spPr>
          <a:xfrm>
            <a:off x="98325" y="453750"/>
            <a:ext cx="8672100" cy="460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b="1" lang="en" sz="900">
                <a:solidFill>
                  <a:schemeClr val="dk1"/>
                </a:solidFill>
              </a:rPr>
              <a:t>1.  </a:t>
            </a:r>
            <a:r>
              <a:rPr b="1" lang="en" sz="900">
                <a:solidFill>
                  <a:schemeClr val="dk1"/>
                </a:solidFill>
              </a:rPr>
              <a:t>Executive Deployment Recommendation</a:t>
            </a:r>
            <a:endParaRPr b="1" sz="900">
              <a:solidFill>
                <a:schemeClr val="dk1"/>
              </a:solidFill>
            </a:endParaRPr>
          </a:p>
          <a:p>
            <a:pPr indent="-285750" lvl="0" marL="457200" rtl="0" algn="l">
              <a:lnSpc>
                <a:spcPct val="100000"/>
              </a:lnSpc>
              <a:spcBef>
                <a:spcPts val="1200"/>
              </a:spcBef>
              <a:spcAft>
                <a:spcPts val="0"/>
              </a:spcAft>
              <a:buClr>
                <a:schemeClr val="dk1"/>
              </a:buClr>
              <a:buSzPts val="900"/>
              <a:buChar char="●"/>
            </a:pPr>
            <a:r>
              <a:rPr lang="en" sz="900">
                <a:solidFill>
                  <a:schemeClr val="dk1"/>
                </a:solidFill>
              </a:rPr>
              <a:t>High-level summary of revenue, utilization, and risk reduction</a:t>
            </a:r>
            <a:endParaRPr sz="900">
              <a:solidFill>
                <a:schemeClr val="dk1"/>
              </a:solidFill>
            </a:endParaRPr>
          </a:p>
          <a:p>
            <a:pPr indent="0" lvl="0" marL="0" rtl="0" algn="l">
              <a:lnSpc>
                <a:spcPct val="100000"/>
              </a:lnSpc>
              <a:spcBef>
                <a:spcPts val="1200"/>
              </a:spcBef>
              <a:spcAft>
                <a:spcPts val="0"/>
              </a:spcAft>
              <a:buNone/>
            </a:pPr>
            <a:r>
              <a:rPr b="1" lang="en" sz="900">
                <a:solidFill>
                  <a:schemeClr val="dk1"/>
                </a:solidFill>
              </a:rPr>
              <a:t>2. Problem Overview &amp; Business Context</a:t>
            </a:r>
            <a:endParaRPr b="1" sz="900">
              <a:solidFill>
                <a:schemeClr val="dk1"/>
              </a:solidFill>
            </a:endParaRPr>
          </a:p>
          <a:p>
            <a:pPr indent="-285750" lvl="0" marL="457200" rtl="0" algn="l">
              <a:lnSpc>
                <a:spcPct val="100000"/>
              </a:lnSpc>
              <a:spcBef>
                <a:spcPts val="1200"/>
              </a:spcBef>
              <a:spcAft>
                <a:spcPts val="0"/>
              </a:spcAft>
              <a:buClr>
                <a:schemeClr val="dk1"/>
              </a:buClr>
              <a:buSzPts val="900"/>
              <a:buChar char="●"/>
            </a:pPr>
            <a:r>
              <a:rPr lang="en" sz="900">
                <a:solidFill>
                  <a:schemeClr val="dk1"/>
                </a:solidFill>
              </a:rPr>
              <a:t>What AdStream is trying to optimize and why it matters</a:t>
            </a:r>
            <a:endParaRPr sz="900">
              <a:solidFill>
                <a:schemeClr val="dk1"/>
              </a:solidFill>
            </a:endParaRPr>
          </a:p>
          <a:p>
            <a:pPr indent="0" lvl="0" marL="0" rtl="0" algn="l">
              <a:lnSpc>
                <a:spcPct val="100000"/>
              </a:lnSpc>
              <a:spcBef>
                <a:spcPts val="1200"/>
              </a:spcBef>
              <a:spcAft>
                <a:spcPts val="0"/>
              </a:spcAft>
              <a:buNone/>
            </a:pPr>
            <a:r>
              <a:rPr b="1" lang="en" sz="900">
                <a:solidFill>
                  <a:schemeClr val="dk1"/>
                </a:solidFill>
              </a:rPr>
              <a:t>3. Stage 1 – Allocation Performance</a:t>
            </a:r>
            <a:endParaRPr b="1" sz="900">
              <a:solidFill>
                <a:schemeClr val="dk1"/>
              </a:solidFill>
            </a:endParaRPr>
          </a:p>
          <a:p>
            <a:pPr indent="-285750" lvl="0" marL="457200" rtl="0" algn="l">
              <a:lnSpc>
                <a:spcPct val="100000"/>
              </a:lnSpc>
              <a:spcBef>
                <a:spcPts val="1200"/>
              </a:spcBef>
              <a:spcAft>
                <a:spcPts val="0"/>
              </a:spcAft>
              <a:buClr>
                <a:schemeClr val="dk1"/>
              </a:buClr>
              <a:buSzPts val="900"/>
              <a:buChar char="●"/>
            </a:pPr>
            <a:r>
              <a:rPr lang="en" sz="900">
                <a:solidFill>
                  <a:schemeClr val="dk1"/>
                </a:solidFill>
              </a:rPr>
              <a:t>Heuristic vs. optimized: utilization, feasibility, gross revenue</a:t>
            </a:r>
            <a:endParaRPr sz="900">
              <a:solidFill>
                <a:schemeClr val="dk1"/>
              </a:solidFill>
            </a:endParaRPr>
          </a:p>
          <a:p>
            <a:pPr indent="0" lvl="0" marL="0" rtl="0" algn="l">
              <a:lnSpc>
                <a:spcPct val="100000"/>
              </a:lnSpc>
              <a:spcBef>
                <a:spcPts val="1200"/>
              </a:spcBef>
              <a:spcAft>
                <a:spcPts val="0"/>
              </a:spcAft>
              <a:buNone/>
            </a:pPr>
            <a:r>
              <a:rPr b="1" lang="en" sz="900">
                <a:solidFill>
                  <a:schemeClr val="dk1"/>
                </a:solidFill>
              </a:rPr>
              <a:t>4. Stage 2 – Ordering Performance</a:t>
            </a:r>
            <a:endParaRPr b="1" sz="900">
              <a:solidFill>
                <a:schemeClr val="dk1"/>
              </a:solidFill>
            </a:endParaRPr>
          </a:p>
          <a:p>
            <a:pPr indent="-285750" lvl="0" marL="457200" rtl="0" algn="l">
              <a:lnSpc>
                <a:spcPct val="100000"/>
              </a:lnSpc>
              <a:spcBef>
                <a:spcPts val="1200"/>
              </a:spcBef>
              <a:spcAft>
                <a:spcPts val="0"/>
              </a:spcAft>
              <a:buClr>
                <a:schemeClr val="dk1"/>
              </a:buClr>
              <a:buSzPts val="900"/>
              <a:buChar char="●"/>
            </a:pPr>
            <a:r>
              <a:rPr lang="en" sz="900">
                <a:solidFill>
                  <a:schemeClr val="dk1"/>
                </a:solidFill>
              </a:rPr>
              <a:t>Heuristic vs. optimized: competitor adjacency, violation rates</a:t>
            </a:r>
            <a:endParaRPr sz="900">
              <a:solidFill>
                <a:schemeClr val="dk1"/>
              </a:solidFill>
            </a:endParaRPr>
          </a:p>
          <a:p>
            <a:pPr indent="0" lvl="0" marL="0" rtl="0" algn="l">
              <a:spcBef>
                <a:spcPts val="1200"/>
              </a:spcBef>
              <a:spcAft>
                <a:spcPts val="0"/>
              </a:spcAft>
              <a:buNone/>
            </a:pPr>
            <a:r>
              <a:rPr b="1" lang="en" sz="900">
                <a:solidFill>
                  <a:schemeClr val="dk1"/>
                </a:solidFill>
              </a:rPr>
              <a:t>5</a:t>
            </a:r>
            <a:r>
              <a:rPr b="1" lang="en" sz="900">
                <a:solidFill>
                  <a:schemeClr val="dk1"/>
                </a:solidFill>
              </a:rPr>
              <a:t>. System-Level Comparison</a:t>
            </a:r>
            <a:endParaRPr b="1" sz="900">
              <a:solidFill>
                <a:schemeClr val="dk1"/>
              </a:solidFill>
            </a:endParaRPr>
          </a:p>
          <a:p>
            <a:pPr indent="-285750" lvl="0" marL="457200" rtl="0" algn="l">
              <a:spcBef>
                <a:spcPts val="1200"/>
              </a:spcBef>
              <a:spcAft>
                <a:spcPts val="0"/>
              </a:spcAft>
              <a:buClr>
                <a:schemeClr val="dk1"/>
              </a:buClr>
              <a:buSzPts val="900"/>
              <a:buChar char="●"/>
            </a:pPr>
            <a:r>
              <a:rPr lang="en" sz="900">
                <a:solidFill>
                  <a:schemeClr val="dk1"/>
                </a:solidFill>
              </a:rPr>
              <a:t>End-to-end net revenue, fines, runtime, and advertiser coverage</a:t>
            </a:r>
            <a:endParaRPr sz="900">
              <a:solidFill>
                <a:schemeClr val="dk1"/>
              </a:solidFill>
            </a:endParaRPr>
          </a:p>
          <a:p>
            <a:pPr indent="0" lvl="0" marL="0" rtl="0" algn="l">
              <a:lnSpc>
                <a:spcPct val="100000"/>
              </a:lnSpc>
              <a:spcBef>
                <a:spcPts val="1200"/>
              </a:spcBef>
              <a:spcAft>
                <a:spcPts val="0"/>
              </a:spcAft>
              <a:buNone/>
            </a:pPr>
            <a:r>
              <a:rPr b="1" lang="en" sz="900">
                <a:solidFill>
                  <a:schemeClr val="dk1"/>
                </a:solidFill>
              </a:rPr>
              <a:t>6. Snowflake Validation &amp; Benchmarking</a:t>
            </a:r>
            <a:endParaRPr b="1" sz="900">
              <a:solidFill>
                <a:schemeClr val="dk1"/>
              </a:solidFill>
            </a:endParaRPr>
          </a:p>
          <a:p>
            <a:pPr indent="-285750" lvl="0" marL="457200" rtl="0" algn="l">
              <a:lnSpc>
                <a:spcPct val="100000"/>
              </a:lnSpc>
              <a:spcBef>
                <a:spcPts val="1200"/>
              </a:spcBef>
              <a:spcAft>
                <a:spcPts val="0"/>
              </a:spcAft>
              <a:buClr>
                <a:schemeClr val="dk1"/>
              </a:buClr>
              <a:buSzPts val="900"/>
              <a:buChar char="●"/>
            </a:pPr>
            <a:r>
              <a:rPr lang="en" sz="900">
                <a:solidFill>
                  <a:schemeClr val="dk1"/>
                </a:solidFill>
              </a:rPr>
              <a:t>How we validated the model against production-like data and current system behavior</a:t>
            </a:r>
            <a:endParaRPr sz="900">
              <a:solidFill>
                <a:schemeClr val="dk1"/>
              </a:solidFill>
            </a:endParaRPr>
          </a:p>
          <a:p>
            <a:pPr indent="0" lvl="0" marL="0" rtl="0" algn="l">
              <a:spcBef>
                <a:spcPts val="1200"/>
              </a:spcBef>
              <a:spcAft>
                <a:spcPts val="0"/>
              </a:spcAft>
              <a:buNone/>
            </a:pPr>
            <a:r>
              <a:rPr b="1" lang="en" sz="900">
                <a:solidFill>
                  <a:schemeClr val="dk1"/>
                </a:solidFill>
              </a:rPr>
              <a:t>7</a:t>
            </a:r>
            <a:r>
              <a:rPr b="1" lang="en" sz="900">
                <a:solidFill>
                  <a:schemeClr val="dk1"/>
                </a:solidFill>
              </a:rPr>
              <a:t>. Modeling Approach</a:t>
            </a:r>
            <a:endParaRPr b="1" sz="900">
              <a:solidFill>
                <a:schemeClr val="dk1"/>
              </a:solidFill>
            </a:endParaRPr>
          </a:p>
          <a:p>
            <a:pPr indent="-285750" lvl="0" marL="457200" rtl="0" algn="l">
              <a:spcBef>
                <a:spcPts val="1200"/>
              </a:spcBef>
              <a:spcAft>
                <a:spcPts val="0"/>
              </a:spcAft>
              <a:buClr>
                <a:schemeClr val="dk1"/>
              </a:buClr>
              <a:buSzPts val="900"/>
              <a:buChar char="●"/>
            </a:pPr>
            <a:r>
              <a:rPr lang="en" sz="900">
                <a:solidFill>
                  <a:schemeClr val="dk1"/>
                </a:solidFill>
              </a:rPr>
              <a:t>Two-stage system: allocation (MILP) + ordering (heuristic/local search)</a:t>
            </a:r>
            <a:endParaRPr sz="900">
              <a:solidFill>
                <a:schemeClr val="dk1"/>
              </a:solidFill>
            </a:endParaRPr>
          </a:p>
          <a:p>
            <a:pPr indent="0" lvl="0" marL="0" rtl="0" algn="l">
              <a:lnSpc>
                <a:spcPct val="100000"/>
              </a:lnSpc>
              <a:spcBef>
                <a:spcPts val="1200"/>
              </a:spcBef>
              <a:spcAft>
                <a:spcPts val="0"/>
              </a:spcAft>
              <a:buNone/>
            </a:pPr>
            <a:r>
              <a:rPr b="1" lang="en" sz="900">
                <a:solidFill>
                  <a:schemeClr val="dk1"/>
                </a:solidFill>
              </a:rPr>
              <a:t>8. Future Improvements &amp; Open Questions</a:t>
            </a:r>
            <a:endParaRPr b="1" sz="900">
              <a:solidFill>
                <a:schemeClr val="dk1"/>
              </a:solidFill>
            </a:endParaRPr>
          </a:p>
          <a:p>
            <a:pPr indent="-285750" lvl="0" marL="457200" rtl="0" algn="l">
              <a:lnSpc>
                <a:spcPct val="100000"/>
              </a:lnSpc>
              <a:spcBef>
                <a:spcPts val="1200"/>
              </a:spcBef>
              <a:spcAft>
                <a:spcPts val="0"/>
              </a:spcAft>
              <a:buClr>
                <a:schemeClr val="dk1"/>
              </a:buClr>
              <a:buSzPts val="900"/>
              <a:buChar char="●"/>
            </a:pPr>
            <a:r>
              <a:rPr lang="en" sz="900">
                <a:solidFill>
                  <a:schemeClr val="dk1"/>
                </a:solidFill>
              </a:rPr>
              <a:t>Brand-safety modeling, penalty design, and runtime / latency trade-offs</a:t>
            </a:r>
            <a:br>
              <a:rPr lang="en" sz="900">
                <a:solidFill>
                  <a:schemeClr val="dk1"/>
                </a:solidFill>
              </a:rPr>
            </a:br>
            <a:endParaRPr sz="900">
              <a:solidFill>
                <a:schemeClr val="dk1"/>
              </a:solidFill>
            </a:endParaRPr>
          </a:p>
          <a:p>
            <a:pPr indent="0" lvl="0" marL="457200" rtl="0" algn="l">
              <a:lnSpc>
                <a:spcPct val="100000"/>
              </a:lnSpc>
              <a:spcBef>
                <a:spcPts val="1200"/>
              </a:spcBef>
              <a:spcAft>
                <a:spcPts val="0"/>
              </a:spcAft>
              <a:buNone/>
            </a:pPr>
            <a:r>
              <a:t/>
            </a:r>
            <a:endParaRPr b="1" sz="900">
              <a:solidFill>
                <a:schemeClr val="dk1"/>
              </a:solidFill>
            </a:endParaRPr>
          </a:p>
          <a:p>
            <a:pPr indent="0" lvl="0" marL="0" rtl="0" algn="l">
              <a:lnSpc>
                <a:spcPct val="100000"/>
              </a:lnSpc>
              <a:spcBef>
                <a:spcPts val="1200"/>
              </a:spcBef>
              <a:spcAft>
                <a:spcPts val="0"/>
              </a:spcAft>
              <a:buClr>
                <a:schemeClr val="dk1"/>
              </a:buClr>
              <a:buSzPts val="1100"/>
              <a:buFont typeface="Arial"/>
              <a:buNone/>
            </a:pPr>
            <a:r>
              <a:t/>
            </a:r>
            <a:endParaRPr b="1" sz="1100">
              <a:solidFill>
                <a:schemeClr val="dk1"/>
              </a:solidFill>
            </a:endParaRPr>
          </a:p>
          <a:p>
            <a:pPr indent="0" lvl="0" marL="0" rtl="0" algn="l">
              <a:spcBef>
                <a:spcPts val="0"/>
              </a:spcBef>
              <a:spcAft>
                <a:spcPts val="0"/>
              </a:spcAft>
              <a:buNone/>
            </a:pPr>
            <a:r>
              <a:t/>
            </a:r>
            <a:endParaRPr sz="1000">
              <a:solidFill>
                <a:schemeClr val="dk1"/>
              </a:solidFill>
              <a:latin typeface="Hanken Grotesk"/>
              <a:ea typeface="Hanken Grotesk"/>
              <a:cs typeface="Hanken Grotesk"/>
              <a:sym typeface="Hanken Grotes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61"/>
          <p:cNvSpPr/>
          <p:nvPr/>
        </p:nvSpPr>
        <p:spPr>
          <a:xfrm>
            <a:off x="52787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79" name="Google Shape;679;p61"/>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80" name="Google Shape;680;p61"/>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81" name="Google Shape;681;p61"/>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682" name="Google Shape;682;p61"/>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p>
            <a:pPr indent="0" lvl="0" marL="0" rtl="0" algn="ctr">
              <a:lnSpc>
                <a:spcPct val="115000"/>
              </a:lnSpc>
              <a:spcBef>
                <a:spcPts val="0"/>
              </a:spcBef>
              <a:spcAft>
                <a:spcPts val="0"/>
              </a:spcAft>
              <a:buSzPts val="1200"/>
              <a:buNone/>
            </a:pPr>
            <a:r>
              <a:rPr lang="en"/>
              <a:t>Recommendations</a:t>
            </a:r>
            <a:endParaRPr/>
          </a:p>
        </p:txBody>
      </p:sp>
      <p:sp>
        <p:nvSpPr>
          <p:cNvPr id="683" name="Google Shape;683;p61"/>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p>
            <a:pPr indent="0" lvl="0" marL="0" rtl="0" algn="ctr">
              <a:lnSpc>
                <a:spcPct val="115000"/>
              </a:lnSpc>
              <a:spcBef>
                <a:spcPts val="0"/>
              </a:spcBef>
              <a:spcAft>
                <a:spcPts val="0"/>
              </a:spcAft>
              <a:buSzPts val="1200"/>
              <a:buNone/>
            </a:pPr>
            <a:r>
              <a:rPr lang="en"/>
              <a:t>Improvements</a:t>
            </a:r>
            <a:endParaRPr/>
          </a:p>
        </p:txBody>
      </p:sp>
      <p:sp>
        <p:nvSpPr>
          <p:cNvPr id="684" name="Google Shape;684;p61"/>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p>
            <a:pPr indent="0" lvl="0" marL="0" rtl="0" algn="ctr">
              <a:lnSpc>
                <a:spcPct val="115000"/>
              </a:lnSpc>
              <a:spcBef>
                <a:spcPts val="0"/>
              </a:spcBef>
              <a:spcAft>
                <a:spcPts val="0"/>
              </a:spcAft>
              <a:buSzPts val="1200"/>
              <a:buNone/>
            </a:pPr>
            <a:r>
              <a:rPr lang="en"/>
              <a:t>Validation</a:t>
            </a:r>
            <a:endParaRPr/>
          </a:p>
        </p:txBody>
      </p:sp>
      <p:sp>
        <p:nvSpPr>
          <p:cNvPr id="685" name="Google Shape;685;p61"/>
          <p:cNvSpPr txBox="1"/>
          <p:nvPr>
            <p:ph idx="4" type="subTitle"/>
          </p:nvPr>
        </p:nvSpPr>
        <p:spPr>
          <a:xfrm>
            <a:off x="5724100" y="131800"/>
            <a:ext cx="1440000" cy="360000"/>
          </a:xfrm>
          <a:prstGeom prst="rect">
            <a:avLst/>
          </a:prstGeom>
        </p:spPr>
        <p:txBody>
          <a:bodyPr anchorCtr="0" anchor="ctr" bIns="0" lIns="91425" spcFirstLastPara="1" rIns="91425" wrap="square" tIns="0">
            <a:normAutofit/>
          </a:bodyPr>
          <a:lstStyle/>
          <a:p>
            <a:pPr indent="0" lvl="0" marL="0" rtl="0" algn="ctr">
              <a:lnSpc>
                <a:spcPct val="115000"/>
              </a:lnSpc>
              <a:spcBef>
                <a:spcPts val="0"/>
              </a:spcBef>
              <a:spcAft>
                <a:spcPts val="0"/>
              </a:spcAft>
              <a:buSzPts val="1200"/>
              <a:buNone/>
            </a:pPr>
            <a:r>
              <a:rPr lang="en"/>
              <a:t>Approaches</a:t>
            </a:r>
            <a:endParaRPr/>
          </a:p>
        </p:txBody>
      </p:sp>
      <p:sp>
        <p:nvSpPr>
          <p:cNvPr id="686" name="Google Shape;686;p61"/>
          <p:cNvSpPr txBox="1"/>
          <p:nvPr/>
        </p:nvSpPr>
        <p:spPr>
          <a:xfrm>
            <a:off x="231025" y="516750"/>
            <a:ext cx="8583600" cy="443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Hanken Grotesk"/>
              <a:ea typeface="Hanken Grotesk"/>
              <a:cs typeface="Hanken Grotesk"/>
              <a:sym typeface="Hanken Grotesk"/>
            </a:endParaRPr>
          </a:p>
          <a:p>
            <a:pPr indent="0" lvl="0" marL="0" rtl="0" algn="l">
              <a:lnSpc>
                <a:spcPct val="115000"/>
              </a:lnSpc>
              <a:spcBef>
                <a:spcPts val="0"/>
              </a:spcBef>
              <a:spcAft>
                <a:spcPts val="0"/>
              </a:spcAft>
              <a:buNone/>
            </a:pPr>
            <a:r>
              <a:rPr b="1" lang="en" sz="1500">
                <a:solidFill>
                  <a:schemeClr val="dk1"/>
                </a:solidFill>
              </a:rPr>
              <a:t>Using our optimization model, AdStream can achieve substantial improvements in allocation efficiency and revenue performance while still respecting all contractual and capacity constraints.</a:t>
            </a:r>
            <a:endParaRPr b="1" sz="1500">
              <a:solidFill>
                <a:schemeClr val="dk1"/>
              </a:solidFill>
            </a:endParaRPr>
          </a:p>
          <a:p>
            <a:pPr indent="0" lvl="0" marL="0" rtl="0" algn="l">
              <a:lnSpc>
                <a:spcPct val="115000"/>
              </a:lnSpc>
              <a:spcBef>
                <a:spcPts val="0"/>
              </a:spcBef>
              <a:spcAft>
                <a:spcPts val="0"/>
              </a:spcAft>
              <a:buNone/>
            </a:pPr>
            <a:r>
              <a:t/>
            </a:r>
            <a:endParaRPr sz="1800">
              <a:solidFill>
                <a:schemeClr val="dk1"/>
              </a:solidFill>
            </a:endParaRPr>
          </a:p>
          <a:p>
            <a:pPr indent="0" lvl="0" marL="0" rtl="0" algn="l">
              <a:spcBef>
                <a:spcPts val="0"/>
              </a:spcBef>
              <a:spcAft>
                <a:spcPts val="0"/>
              </a:spcAft>
              <a:buClr>
                <a:schemeClr val="dk1"/>
              </a:buClr>
              <a:buSzPts val="1100"/>
              <a:buFont typeface="Arial"/>
              <a:buNone/>
            </a:pPr>
            <a:r>
              <a:rPr b="1" lang="en" sz="1700">
                <a:solidFill>
                  <a:schemeClr val="dk1"/>
                </a:solidFill>
                <a:latin typeface="Hanken Grotesk"/>
                <a:ea typeface="Hanken Grotesk"/>
                <a:cs typeface="Hanken Grotesk"/>
                <a:sym typeface="Hanken Grotesk"/>
              </a:rPr>
              <a:t>Executive Deployment Recommendation: Snowflake data</a:t>
            </a:r>
            <a:endParaRPr b="1" sz="1100">
              <a:solidFill>
                <a:schemeClr val="dk1"/>
              </a:solidFill>
            </a:endParaRPr>
          </a:p>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a:p>
            <a:pPr indent="0" lvl="0" marL="0" rtl="0" algn="l">
              <a:lnSpc>
                <a:spcPct val="115000"/>
              </a:lnSpc>
              <a:spcBef>
                <a:spcPts val="0"/>
              </a:spcBef>
              <a:spcAft>
                <a:spcPts val="0"/>
              </a:spcAft>
              <a:buNone/>
            </a:pPr>
            <a:r>
              <a:rPr lang="en" sz="1300">
                <a:solidFill>
                  <a:schemeClr val="dk1"/>
                </a:solidFill>
              </a:rPr>
              <a:t>-Deploy the optimized two-stage model as the default engine: it uses </a:t>
            </a:r>
            <a:r>
              <a:rPr b="1" lang="en" sz="1300">
                <a:solidFill>
                  <a:schemeClr val="dk1"/>
                </a:solidFill>
              </a:rPr>
              <a:t>100% of available impressions (1933.7K / 1933.7K)</a:t>
            </a:r>
            <a:r>
              <a:rPr lang="en" sz="1300">
                <a:solidFill>
                  <a:schemeClr val="dk1"/>
                </a:solidFill>
              </a:rPr>
              <a:t> and lifts </a:t>
            </a:r>
            <a:r>
              <a:rPr b="1" lang="en" sz="1300">
                <a:solidFill>
                  <a:schemeClr val="dk1"/>
                </a:solidFill>
              </a:rPr>
              <a:t>gross revenue from $96.4K to $110.6K</a:t>
            </a:r>
            <a:r>
              <a:rPr lang="en" sz="1300">
                <a:solidFill>
                  <a:schemeClr val="dk1"/>
                </a:solidFill>
              </a:rPr>
              <a:t> and </a:t>
            </a:r>
            <a:r>
              <a:rPr b="1" lang="en" sz="1300">
                <a:solidFill>
                  <a:schemeClr val="dk1"/>
                </a:solidFill>
              </a:rPr>
              <a:t>net revenue from $78.5K to $90.0K (+14.6%)</a:t>
            </a:r>
            <a:r>
              <a:rPr lang="en" sz="1300">
                <a:solidFill>
                  <a:schemeClr val="dk1"/>
                </a:solidFill>
              </a:rPr>
              <a:t>.</a:t>
            </a:r>
            <a:br>
              <a:rPr lang="en" sz="1300">
                <a:solidFill>
                  <a:schemeClr val="dk1"/>
                </a:solidFill>
              </a:rPr>
            </a:br>
            <a:endParaRPr sz="1300">
              <a:solidFill>
                <a:schemeClr val="dk1"/>
              </a:solidFill>
            </a:endParaRPr>
          </a:p>
          <a:p>
            <a:pPr indent="0" lvl="0" marL="0" rtl="0" algn="l">
              <a:lnSpc>
                <a:spcPct val="115000"/>
              </a:lnSpc>
              <a:spcBef>
                <a:spcPts val="0"/>
              </a:spcBef>
              <a:spcAft>
                <a:spcPts val="0"/>
              </a:spcAft>
              <a:buNone/>
            </a:pPr>
            <a:r>
              <a:rPr lang="en" sz="1300">
                <a:solidFill>
                  <a:schemeClr val="dk1"/>
                </a:solidFill>
              </a:rPr>
              <a:t>-Runtime </a:t>
            </a:r>
            <a:r>
              <a:rPr b="1" lang="en" sz="1300">
                <a:solidFill>
                  <a:schemeClr val="dk1"/>
                </a:solidFill>
              </a:rPr>
              <a:t>increases from</a:t>
            </a:r>
            <a:r>
              <a:rPr lang="en" sz="1300">
                <a:solidFill>
                  <a:schemeClr val="dk1"/>
                </a:solidFill>
              </a:rPr>
              <a:t> </a:t>
            </a:r>
            <a:r>
              <a:rPr b="1" lang="en" sz="1300">
                <a:solidFill>
                  <a:schemeClr val="dk1"/>
                </a:solidFill>
              </a:rPr>
              <a:t>~1.59s to ~27.50s</a:t>
            </a:r>
            <a:r>
              <a:rPr lang="en" sz="1300">
                <a:solidFill>
                  <a:schemeClr val="dk1"/>
                </a:solidFill>
              </a:rPr>
              <a:t> per full run, so we recommend keeping the heuristic as a lightweight fallback path if needed.</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sz="1200">
              <a:solidFill>
                <a:schemeClr val="dk1"/>
              </a:solidFill>
              <a:latin typeface="Hanken Grotesk"/>
              <a:ea typeface="Hanken Grotesk"/>
              <a:cs typeface="Hanken Grotesk"/>
              <a:sym typeface="Hanken Grotes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grpSp>
        <p:nvGrpSpPr>
          <p:cNvPr id="691" name="Google Shape;691;p62"/>
          <p:cNvGrpSpPr/>
          <p:nvPr/>
        </p:nvGrpSpPr>
        <p:grpSpPr>
          <a:xfrm>
            <a:off x="238136" y="546847"/>
            <a:ext cx="2887381" cy="450006"/>
            <a:chOff x="205180" y="255349"/>
            <a:chExt cx="3948825" cy="616447"/>
          </a:xfrm>
        </p:grpSpPr>
        <p:grpSp>
          <p:nvGrpSpPr>
            <p:cNvPr id="692" name="Google Shape;692;p62"/>
            <p:cNvGrpSpPr/>
            <p:nvPr/>
          </p:nvGrpSpPr>
          <p:grpSpPr>
            <a:xfrm>
              <a:off x="205180" y="255349"/>
              <a:ext cx="900000" cy="616447"/>
              <a:chOff x="-1694195" y="1469582"/>
              <a:chExt cx="1440000" cy="981916"/>
            </a:xfrm>
          </p:grpSpPr>
          <p:sp>
            <p:nvSpPr>
              <p:cNvPr id="693" name="Google Shape;693;p62"/>
              <p:cNvSpPr/>
              <p:nvPr/>
            </p:nvSpPr>
            <p:spPr>
              <a:xfrm rot="5400000">
                <a:off x="-1417745" y="1287948"/>
                <a:ext cx="887100" cy="1440000"/>
              </a:xfrm>
              <a:prstGeom prst="roundRect">
                <a:avLst>
                  <a:gd fmla="val 592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pic>
            <p:nvPicPr>
              <p:cNvPr id="694" name="Google Shape;694;p62"/>
              <p:cNvPicPr preferRelativeResize="0"/>
              <p:nvPr/>
            </p:nvPicPr>
            <p:blipFill rotWithShape="1">
              <a:blip r:embed="rId3">
                <a:alphaModFix/>
              </a:blip>
              <a:srcRect b="0" l="1699" r="1709" t="0"/>
              <a:stretch/>
            </p:blipFill>
            <p:spPr>
              <a:xfrm>
                <a:off x="-1605961" y="1469582"/>
                <a:ext cx="581984" cy="96786"/>
              </a:xfrm>
              <a:prstGeom prst="rect">
                <a:avLst/>
              </a:prstGeom>
              <a:noFill/>
              <a:ln>
                <a:noFill/>
              </a:ln>
            </p:spPr>
          </p:pic>
        </p:grpSp>
        <p:grpSp>
          <p:nvGrpSpPr>
            <p:cNvPr id="695" name="Google Shape;695;p62"/>
            <p:cNvGrpSpPr/>
            <p:nvPr/>
          </p:nvGrpSpPr>
          <p:grpSpPr>
            <a:xfrm>
              <a:off x="2237730" y="255361"/>
              <a:ext cx="900000" cy="616326"/>
              <a:chOff x="2237730" y="255361"/>
              <a:chExt cx="900000" cy="616326"/>
            </a:xfrm>
          </p:grpSpPr>
          <p:pic>
            <p:nvPicPr>
              <p:cNvPr id="696" name="Google Shape;696;p62"/>
              <p:cNvPicPr preferRelativeResize="0"/>
              <p:nvPr/>
            </p:nvPicPr>
            <p:blipFill rotWithShape="1">
              <a:blip r:embed="rId4">
                <a:alphaModFix/>
              </a:blip>
              <a:srcRect b="0" l="2078" r="2089" t="0"/>
              <a:stretch/>
            </p:blipFill>
            <p:spPr>
              <a:xfrm>
                <a:off x="2292876" y="255361"/>
                <a:ext cx="363742" cy="60762"/>
              </a:xfrm>
              <a:prstGeom prst="rect">
                <a:avLst/>
              </a:prstGeom>
              <a:noFill/>
              <a:ln>
                <a:noFill/>
              </a:ln>
            </p:spPr>
          </p:pic>
          <p:sp>
            <p:nvSpPr>
              <p:cNvPr id="697" name="Google Shape;697;p62"/>
              <p:cNvSpPr/>
              <p:nvPr/>
            </p:nvSpPr>
            <p:spPr>
              <a:xfrm rot="5400000">
                <a:off x="2409330" y="143287"/>
                <a:ext cx="556800" cy="900000"/>
              </a:xfrm>
              <a:prstGeom prst="roundRect">
                <a:avLst>
                  <a:gd fmla="val 5925"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698" name="Google Shape;698;p62"/>
            <p:cNvGrpSpPr/>
            <p:nvPr/>
          </p:nvGrpSpPr>
          <p:grpSpPr>
            <a:xfrm>
              <a:off x="1221455" y="255349"/>
              <a:ext cx="900000" cy="616325"/>
              <a:chOff x="1221455" y="255349"/>
              <a:chExt cx="900000" cy="616325"/>
            </a:xfrm>
          </p:grpSpPr>
          <p:pic>
            <p:nvPicPr>
              <p:cNvPr id="699" name="Google Shape;699;p62"/>
              <p:cNvPicPr preferRelativeResize="0"/>
              <p:nvPr/>
            </p:nvPicPr>
            <p:blipFill rotWithShape="1">
              <a:blip r:embed="rId5">
                <a:alphaModFix/>
              </a:blip>
              <a:srcRect b="0" l="1923" r="1912" t="0"/>
              <a:stretch/>
            </p:blipFill>
            <p:spPr>
              <a:xfrm>
                <a:off x="1276601" y="255349"/>
                <a:ext cx="363742" cy="60762"/>
              </a:xfrm>
              <a:prstGeom prst="rect">
                <a:avLst/>
              </a:prstGeom>
              <a:noFill/>
              <a:ln>
                <a:noFill/>
              </a:ln>
            </p:spPr>
          </p:pic>
          <p:sp>
            <p:nvSpPr>
              <p:cNvPr id="700" name="Google Shape;700;p62"/>
              <p:cNvSpPr/>
              <p:nvPr/>
            </p:nvSpPr>
            <p:spPr>
              <a:xfrm rot="5400000">
                <a:off x="1393055" y="143274"/>
                <a:ext cx="556800" cy="900000"/>
              </a:xfrm>
              <a:prstGeom prst="roundRect">
                <a:avLst>
                  <a:gd fmla="val 5925"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701" name="Google Shape;701;p62"/>
            <p:cNvGrpSpPr/>
            <p:nvPr/>
          </p:nvGrpSpPr>
          <p:grpSpPr>
            <a:xfrm>
              <a:off x="3254005" y="255361"/>
              <a:ext cx="900000" cy="616326"/>
              <a:chOff x="3254005" y="255361"/>
              <a:chExt cx="900000" cy="616326"/>
            </a:xfrm>
          </p:grpSpPr>
          <p:sp>
            <p:nvSpPr>
              <p:cNvPr id="702" name="Google Shape;702;p62"/>
              <p:cNvSpPr/>
              <p:nvPr/>
            </p:nvSpPr>
            <p:spPr>
              <a:xfrm rot="5400000">
                <a:off x="3425605" y="143287"/>
                <a:ext cx="556800" cy="900000"/>
              </a:xfrm>
              <a:prstGeom prst="roundRect">
                <a:avLst>
                  <a:gd fmla="val 5925"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pic>
            <p:nvPicPr>
              <p:cNvPr id="703" name="Google Shape;703;p62"/>
              <p:cNvPicPr preferRelativeResize="0"/>
              <p:nvPr/>
            </p:nvPicPr>
            <p:blipFill rotWithShape="1">
              <a:blip r:embed="rId6">
                <a:alphaModFix/>
              </a:blip>
              <a:srcRect b="0" l="1923" r="1912" t="0"/>
              <a:stretch/>
            </p:blipFill>
            <p:spPr>
              <a:xfrm>
                <a:off x="3309151" y="255361"/>
                <a:ext cx="363742" cy="60762"/>
              </a:xfrm>
              <a:prstGeom prst="rect">
                <a:avLst/>
              </a:prstGeom>
              <a:noFill/>
              <a:ln>
                <a:noFill/>
              </a:ln>
            </p:spPr>
          </p:pic>
        </p:grpSp>
      </p:grpSp>
      <p:sp>
        <p:nvSpPr>
          <p:cNvPr id="704" name="Google Shape;704;p62"/>
          <p:cNvSpPr txBox="1"/>
          <p:nvPr>
            <p:ph idx="1" type="subTitle"/>
          </p:nvPr>
        </p:nvSpPr>
        <p:spPr>
          <a:xfrm>
            <a:off x="0" y="129375"/>
            <a:ext cx="3162300" cy="356400"/>
          </a:xfrm>
          <a:prstGeom prst="rect">
            <a:avLst/>
          </a:prstGeom>
        </p:spPr>
        <p:txBody>
          <a:bodyPr anchorCtr="0" anchor="ctr" bIns="0" lIns="0" spcFirstLastPara="1" rIns="0" wrap="square" tIns="0">
            <a:normAutofit/>
          </a:bodyPr>
          <a:lstStyle/>
          <a:p>
            <a:pPr indent="0" lvl="0" marL="0" rtl="0" algn="ctr">
              <a:lnSpc>
                <a:spcPct val="100000"/>
              </a:lnSpc>
              <a:spcBef>
                <a:spcPts val="0"/>
              </a:spcBef>
              <a:spcAft>
                <a:spcPts val="0"/>
              </a:spcAft>
              <a:buSzPts val="1200"/>
              <a:buNone/>
            </a:pPr>
            <a:r>
              <a:rPr b="0" lang="en" sz="1200"/>
              <a:t>Problem Overview and  Business Impact</a:t>
            </a:r>
            <a:endParaRPr b="0" sz="1200"/>
          </a:p>
        </p:txBody>
      </p:sp>
      <p:sp>
        <p:nvSpPr>
          <p:cNvPr id="705" name="Google Shape;705;p62"/>
          <p:cNvSpPr txBox="1"/>
          <p:nvPr/>
        </p:nvSpPr>
        <p:spPr>
          <a:xfrm>
            <a:off x="242125" y="1173975"/>
            <a:ext cx="8687400" cy="3411900"/>
          </a:xfrm>
          <a:prstGeom prst="rect">
            <a:avLst/>
          </a:prstGeom>
          <a:noFill/>
          <a:ln>
            <a:noFill/>
          </a:ln>
        </p:spPr>
        <p:txBody>
          <a:bodyPr anchorCtr="0" anchor="t" bIns="91425" lIns="91425" spcFirstLastPara="1" rIns="91425" wrap="square" tIns="91425">
            <a:noAutofit/>
          </a:bodyPr>
          <a:lstStyle/>
          <a:p>
            <a:pPr indent="-304800" lvl="0" marL="457200" rtl="0" algn="l">
              <a:lnSpc>
                <a:spcPct val="200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Problems:</a:t>
            </a:r>
            <a:endParaRPr sz="1200">
              <a:solidFill>
                <a:schemeClr val="dk1"/>
              </a:solidFill>
              <a:latin typeface="Hanken Grotesk"/>
              <a:ea typeface="Hanken Grotesk"/>
              <a:cs typeface="Hanken Grotesk"/>
              <a:sym typeface="Hanken Grotesk"/>
            </a:endParaRPr>
          </a:p>
          <a:p>
            <a:pPr indent="-304800" lvl="1" marL="914400" rtl="0" algn="l">
              <a:lnSpc>
                <a:spcPct val="200000"/>
              </a:lnSpc>
              <a:spcBef>
                <a:spcPts val="0"/>
              </a:spcBef>
              <a:spcAft>
                <a:spcPts val="0"/>
              </a:spcAft>
              <a:buSzPts val="1200"/>
              <a:buFont typeface="Hanken Grotesk"/>
              <a:buChar char="○"/>
            </a:pPr>
            <a:r>
              <a:rPr lang="en" sz="1200">
                <a:latin typeface="Hanken Grotesk"/>
                <a:ea typeface="Hanken Grotesk"/>
                <a:cs typeface="Hanken Grotesk"/>
                <a:sym typeface="Hanken Grotesk"/>
              </a:rPr>
              <a:t>AdStream's ad serving system is losing advertisers due to poor performance</a:t>
            </a:r>
            <a:endParaRPr sz="1200">
              <a:latin typeface="Hanken Grotesk"/>
              <a:ea typeface="Hanken Grotesk"/>
              <a:cs typeface="Hanken Grotesk"/>
              <a:sym typeface="Hanken Grotesk"/>
            </a:endParaRPr>
          </a:p>
          <a:p>
            <a:pPr indent="-304800" lvl="1" marL="914400" rtl="0" algn="l">
              <a:lnSpc>
                <a:spcPct val="200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The system allocates impression </a:t>
            </a:r>
            <a:r>
              <a:rPr lang="en" sz="1200">
                <a:solidFill>
                  <a:schemeClr val="dk1"/>
                </a:solidFill>
                <a:latin typeface="Hanken Grotesk"/>
                <a:ea typeface="Hanken Grotesk"/>
                <a:cs typeface="Hanken Grotesk"/>
                <a:sym typeface="Hanken Grotesk"/>
              </a:rPr>
              <a:t>inventory</a:t>
            </a:r>
            <a:r>
              <a:rPr lang="en" sz="1200">
                <a:solidFill>
                  <a:schemeClr val="dk1"/>
                </a:solidFill>
                <a:latin typeface="Hanken Grotesk"/>
                <a:ea typeface="Hanken Grotesk"/>
                <a:cs typeface="Hanken Grotesk"/>
                <a:sym typeface="Hanken Grotesk"/>
              </a:rPr>
              <a:t> inefficiently using greedy heuristics (only simple and fast)</a:t>
            </a:r>
            <a:endParaRPr sz="1200">
              <a:solidFill>
                <a:schemeClr val="dk1"/>
              </a:solidFill>
              <a:latin typeface="Hanken Grotesk"/>
              <a:ea typeface="Hanken Grotesk"/>
              <a:cs typeface="Hanken Grotesk"/>
              <a:sym typeface="Hanken Grotesk"/>
            </a:endParaRPr>
          </a:p>
          <a:p>
            <a:pPr indent="-304800" lvl="0" marL="457200" rtl="0" algn="l">
              <a:lnSpc>
                <a:spcPct val="200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Business Impact:</a:t>
            </a:r>
            <a:endParaRPr sz="1200">
              <a:solidFill>
                <a:schemeClr val="dk1"/>
              </a:solidFill>
              <a:latin typeface="Hanken Grotesk"/>
              <a:ea typeface="Hanken Grotesk"/>
              <a:cs typeface="Hanken Grotesk"/>
              <a:sym typeface="Hanken Grotesk"/>
            </a:endParaRPr>
          </a:p>
          <a:p>
            <a:pPr indent="-304800" lvl="1" marL="914400" rtl="0" algn="l">
              <a:lnSpc>
                <a:spcPct val="200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Revenue is below potential</a:t>
            </a:r>
            <a:endParaRPr sz="1200">
              <a:solidFill>
                <a:schemeClr val="dk1"/>
              </a:solidFill>
              <a:latin typeface="Hanken Grotesk"/>
              <a:ea typeface="Hanken Grotesk"/>
              <a:cs typeface="Hanken Grotesk"/>
              <a:sym typeface="Hanken Grotesk"/>
            </a:endParaRPr>
          </a:p>
          <a:p>
            <a:pPr indent="-304800" lvl="1" marL="914400" rtl="0" algn="l">
              <a:lnSpc>
                <a:spcPct val="200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Significant revenue loss from brand safety violations that trigger automatic 20% discounts</a:t>
            </a:r>
            <a:endParaRPr sz="1200">
              <a:solidFill>
                <a:schemeClr val="dk1"/>
              </a:solidFill>
              <a:latin typeface="Hanken Grotesk"/>
              <a:ea typeface="Hanken Grotesk"/>
              <a:cs typeface="Hanken Grotesk"/>
              <a:sym typeface="Hanken Grotesk"/>
            </a:endParaRPr>
          </a:p>
          <a:p>
            <a:pPr indent="-304800" lvl="1" marL="914400" rtl="0" algn="l">
              <a:lnSpc>
                <a:spcPct val="200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Complaints by advertisers about poor topic matching and appearing alongside competitors</a:t>
            </a:r>
            <a:endParaRPr sz="1200">
              <a:solidFill>
                <a:schemeClr val="dk1"/>
              </a:solidFill>
              <a:latin typeface="Hanken Grotesk"/>
              <a:ea typeface="Hanken Grotesk"/>
              <a:cs typeface="Hanken Grotesk"/>
              <a:sym typeface="Hanken Grotesk"/>
            </a:endParaRPr>
          </a:p>
          <a:p>
            <a:pPr indent="-304800" lvl="1" marL="914400" rtl="0" algn="l">
              <a:lnSpc>
                <a:spcPct val="200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Multiple advertisers have threatened to cancel</a:t>
            </a:r>
            <a:endParaRPr sz="1200">
              <a:solidFill>
                <a:schemeClr val="dk1"/>
              </a:solidFill>
              <a:latin typeface="Hanken Grotesk"/>
              <a:ea typeface="Hanken Grotesk"/>
              <a:cs typeface="Hanken Grotesk"/>
              <a:sym typeface="Hanken Grotesk"/>
            </a:endParaRPr>
          </a:p>
          <a:p>
            <a:pPr indent="-304800" lvl="2" marL="1371600" rtl="0" algn="l">
              <a:lnSpc>
                <a:spcPct val="200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Need optimization to retain clients and demonstrate profitability to investors</a:t>
            </a:r>
            <a:endParaRPr sz="1200">
              <a:solidFill>
                <a:schemeClr val="dk1"/>
              </a:solidFill>
              <a:latin typeface="Hanken Grotesk"/>
              <a:ea typeface="Hanken Grotesk"/>
              <a:cs typeface="Hanken Grotesk"/>
              <a:sym typeface="Hanken Grotesk"/>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63"/>
          <p:cNvSpPr/>
          <p:nvPr/>
        </p:nvSpPr>
        <p:spPr>
          <a:xfrm>
            <a:off x="52787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11" name="Google Shape;711;p63"/>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12" name="Google Shape;712;p63"/>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13" name="Google Shape;713;p63"/>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14" name="Google Shape;714;p63"/>
          <p:cNvSpPr txBox="1"/>
          <p:nvPr>
            <p:ph type="title"/>
          </p:nvPr>
        </p:nvSpPr>
        <p:spPr>
          <a:xfrm>
            <a:off x="4228867" y="131799"/>
            <a:ext cx="1440000" cy="3600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a:t>Validation</a:t>
            </a:r>
            <a:endParaRPr/>
          </a:p>
        </p:txBody>
      </p:sp>
      <p:sp>
        <p:nvSpPr>
          <p:cNvPr id="715" name="Google Shape;715;p63"/>
          <p:cNvSpPr txBox="1"/>
          <p:nvPr>
            <p:ph idx="2" type="title"/>
          </p:nvPr>
        </p:nvSpPr>
        <p:spPr>
          <a:xfrm>
            <a:off x="5723951" y="131799"/>
            <a:ext cx="1440300" cy="3600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a:t>Approaches</a:t>
            </a:r>
            <a:endParaRPr/>
          </a:p>
        </p:txBody>
      </p:sp>
      <p:sp>
        <p:nvSpPr>
          <p:cNvPr id="716" name="Google Shape;716;p63"/>
          <p:cNvSpPr txBox="1"/>
          <p:nvPr>
            <p:ph idx="3" type="title"/>
          </p:nvPr>
        </p:nvSpPr>
        <p:spPr>
          <a:xfrm>
            <a:off x="1314610" y="131799"/>
            <a:ext cx="1440000" cy="3600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a:t>Recommendations</a:t>
            </a:r>
            <a:endParaRPr/>
          </a:p>
        </p:txBody>
      </p:sp>
      <p:sp>
        <p:nvSpPr>
          <p:cNvPr id="717" name="Google Shape;717;p63"/>
          <p:cNvSpPr txBox="1"/>
          <p:nvPr>
            <p:ph idx="4" type="title"/>
          </p:nvPr>
        </p:nvSpPr>
        <p:spPr>
          <a:xfrm>
            <a:off x="2777959" y="131799"/>
            <a:ext cx="1440000" cy="3600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a:t>Improvements</a:t>
            </a:r>
            <a:endParaRPr/>
          </a:p>
        </p:txBody>
      </p:sp>
      <p:sp>
        <p:nvSpPr>
          <p:cNvPr id="718" name="Google Shape;718;p63"/>
          <p:cNvSpPr txBox="1"/>
          <p:nvPr/>
        </p:nvSpPr>
        <p:spPr>
          <a:xfrm>
            <a:off x="242125" y="733750"/>
            <a:ext cx="8687400" cy="4204200"/>
          </a:xfrm>
          <a:prstGeom prst="rect">
            <a:avLst/>
          </a:prstGeom>
          <a:noFill/>
          <a:ln>
            <a:noFill/>
          </a:ln>
        </p:spPr>
        <p:txBody>
          <a:bodyPr anchorCtr="0" anchor="t" bIns="91425" lIns="91425" spcFirstLastPara="1" rIns="91425" wrap="square" tIns="91425">
            <a:noAutofit/>
          </a:bodyPr>
          <a:lstStyle/>
          <a:p>
            <a:pPr indent="-304800" lvl="0" marL="457200" rtl="0" algn="l">
              <a:lnSpc>
                <a:spcPct val="200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Stage 1 Performance: Allocation Component </a:t>
            </a:r>
            <a:endParaRPr sz="1200">
              <a:solidFill>
                <a:schemeClr val="dk1"/>
              </a:solidFill>
              <a:latin typeface="Hanken Grotesk"/>
              <a:ea typeface="Hanken Grotesk"/>
              <a:cs typeface="Hanken Grotesk"/>
              <a:sym typeface="Hanken Grotesk"/>
            </a:endParaRPr>
          </a:p>
        </p:txBody>
      </p:sp>
      <p:sp>
        <p:nvSpPr>
          <p:cNvPr id="719" name="Google Shape;719;p63"/>
          <p:cNvSpPr txBox="1"/>
          <p:nvPr/>
        </p:nvSpPr>
        <p:spPr>
          <a:xfrm>
            <a:off x="364550" y="1224750"/>
            <a:ext cx="4026000" cy="26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Allocation Evaluation: Heuristic ===</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Total impressions                   : 1374000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Total revenue                       : 77,097.21</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Feasible                            : False</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Capacity violations               : 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Advertiser MIN violations         : 2</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Advertiser MAX violations         : 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Min-websites violations           : 8</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Min-placement violations          : 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Topic-mismatch violations         : 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Unserved advertisers (min&gt;0, 0impr): 439</a:t>
            </a:r>
            <a:endParaRPr sz="1000">
              <a:solidFill>
                <a:schemeClr val="dk1"/>
              </a:solidFill>
              <a:latin typeface="Hanken Grotesk"/>
              <a:ea typeface="Hanken Grotesk"/>
              <a:cs typeface="Hanken Grotesk"/>
              <a:sym typeface="Hanken Grotesk"/>
            </a:endParaRPr>
          </a:p>
        </p:txBody>
      </p:sp>
      <p:sp>
        <p:nvSpPr>
          <p:cNvPr id="720" name="Google Shape;720;p63"/>
          <p:cNvSpPr txBox="1"/>
          <p:nvPr/>
        </p:nvSpPr>
        <p:spPr>
          <a:xfrm>
            <a:off x="4390600" y="1224750"/>
            <a:ext cx="4107000" cy="274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Allocation Evaluation: Optimized ===</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Total impressions                   : 1422998</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Total revenue                       : 79,672.34</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Feasible                            : True</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Capacity violations               : 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Advertiser MIN violations         : 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Advertiser MAX violations         : 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Min-websites violations           : 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Min-placement violations          : 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Topic-mismatch violations         : 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Unserved advertisers (min&gt;0, 0impr): 438</a:t>
            </a:r>
            <a:endParaRPr sz="1000">
              <a:solidFill>
                <a:schemeClr val="dk1"/>
              </a:solidFill>
              <a:latin typeface="Hanken Grotesk"/>
              <a:ea typeface="Hanken Grotesk"/>
              <a:cs typeface="Hanken Grotesk"/>
              <a:sym typeface="Hanken Grotesk"/>
            </a:endParaRPr>
          </a:p>
        </p:txBody>
      </p:sp>
      <p:sp>
        <p:nvSpPr>
          <p:cNvPr id="721" name="Google Shape;721;p63"/>
          <p:cNvSpPr txBox="1"/>
          <p:nvPr/>
        </p:nvSpPr>
        <p:spPr>
          <a:xfrm>
            <a:off x="364550" y="3342975"/>
            <a:ext cx="8133000" cy="164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rPr>
              <a:t>The heuristic allocation uses 1.374M impressions and earns $77.1K, but it is infeasible: 2 advertisers miss their minimum impressions and 8 miss the minimum number of websites, with 439 advertisers completely unserved</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None/>
            </a:pPr>
            <a:r>
              <a:rPr lang="en" sz="1200">
                <a:solidFill>
                  <a:schemeClr val="dk1"/>
                </a:solidFill>
              </a:rPr>
              <a:t>The optimized allocation uses 1.423M impressions, reaches $79.7K in revenue, and is fully feasible: 0 capacity, min/max, website, placement, or topic-match violations, and slightly fewer unserved advertisers (438).</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In short, Stage 1 now squeezes more value out of the same inventory without breaking any business rules.</a:t>
            </a:r>
            <a:endParaRPr sz="12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64"/>
          <p:cNvSpPr/>
          <p:nvPr/>
        </p:nvSpPr>
        <p:spPr>
          <a:xfrm>
            <a:off x="52787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27" name="Google Shape;727;p64"/>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28" name="Google Shape;728;p64"/>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29" name="Google Shape;729;p64"/>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30" name="Google Shape;730;p64"/>
          <p:cNvSpPr txBox="1"/>
          <p:nvPr>
            <p:ph type="title"/>
          </p:nvPr>
        </p:nvSpPr>
        <p:spPr>
          <a:xfrm>
            <a:off x="4228867" y="131799"/>
            <a:ext cx="1440000" cy="3600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a:t>Validation</a:t>
            </a:r>
            <a:endParaRPr/>
          </a:p>
        </p:txBody>
      </p:sp>
      <p:sp>
        <p:nvSpPr>
          <p:cNvPr id="731" name="Google Shape;731;p64"/>
          <p:cNvSpPr txBox="1"/>
          <p:nvPr>
            <p:ph idx="2" type="title"/>
          </p:nvPr>
        </p:nvSpPr>
        <p:spPr>
          <a:xfrm>
            <a:off x="5723951" y="131799"/>
            <a:ext cx="1440300" cy="3600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a:t>Approaches</a:t>
            </a:r>
            <a:endParaRPr/>
          </a:p>
        </p:txBody>
      </p:sp>
      <p:sp>
        <p:nvSpPr>
          <p:cNvPr id="732" name="Google Shape;732;p64"/>
          <p:cNvSpPr txBox="1"/>
          <p:nvPr>
            <p:ph idx="3" type="title"/>
          </p:nvPr>
        </p:nvSpPr>
        <p:spPr>
          <a:xfrm>
            <a:off x="1314610" y="131799"/>
            <a:ext cx="1440000" cy="3600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a:t>Recommendations</a:t>
            </a:r>
            <a:endParaRPr/>
          </a:p>
        </p:txBody>
      </p:sp>
      <p:sp>
        <p:nvSpPr>
          <p:cNvPr id="733" name="Google Shape;733;p64"/>
          <p:cNvSpPr txBox="1"/>
          <p:nvPr>
            <p:ph idx="4" type="title"/>
          </p:nvPr>
        </p:nvSpPr>
        <p:spPr>
          <a:xfrm>
            <a:off x="2777959" y="131799"/>
            <a:ext cx="1440000" cy="3600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a:t>Improvements</a:t>
            </a:r>
            <a:endParaRPr/>
          </a:p>
        </p:txBody>
      </p:sp>
      <p:sp>
        <p:nvSpPr>
          <p:cNvPr id="734" name="Google Shape;734;p64"/>
          <p:cNvSpPr txBox="1"/>
          <p:nvPr/>
        </p:nvSpPr>
        <p:spPr>
          <a:xfrm>
            <a:off x="242125" y="733750"/>
            <a:ext cx="8687400" cy="4204200"/>
          </a:xfrm>
          <a:prstGeom prst="rect">
            <a:avLst/>
          </a:prstGeom>
          <a:noFill/>
          <a:ln>
            <a:noFill/>
          </a:ln>
        </p:spPr>
        <p:txBody>
          <a:bodyPr anchorCtr="0" anchor="t" bIns="91425" lIns="91425" spcFirstLastPara="1" rIns="91425" wrap="square" tIns="91425">
            <a:noAutofit/>
          </a:bodyPr>
          <a:lstStyle/>
          <a:p>
            <a:pPr indent="-304800" lvl="0" marL="457200" rtl="0" algn="l">
              <a:lnSpc>
                <a:spcPct val="200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Stage 2 Performance: Ordering Component</a:t>
            </a:r>
            <a:endParaRPr sz="1200">
              <a:solidFill>
                <a:schemeClr val="dk1"/>
              </a:solidFill>
              <a:latin typeface="Hanken Grotesk"/>
              <a:ea typeface="Hanken Grotesk"/>
              <a:cs typeface="Hanken Grotesk"/>
              <a:sym typeface="Hanken Grotesk"/>
            </a:endParaRPr>
          </a:p>
        </p:txBody>
      </p:sp>
      <p:sp>
        <p:nvSpPr>
          <p:cNvPr id="735" name="Google Shape;735;p64"/>
          <p:cNvSpPr txBox="1"/>
          <p:nvPr/>
        </p:nvSpPr>
        <p:spPr>
          <a:xfrm>
            <a:off x="561525" y="1212000"/>
            <a:ext cx="4065000" cy="16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Ordering Evaluation: Heuristic ordering ===</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Impression mismatch pairs           : 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Total mismatch impressions          : 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Competitor adjacency violations     : 680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Websites with ≥1 violation          : 73</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Base revenue (no penalties)         : 79,672.34</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Revenue after 20% penalties         : 65,936.70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050">
                <a:solidFill>
                  <a:schemeClr val="dk1"/>
                </a:solidFill>
                <a:latin typeface="Courier New"/>
                <a:ea typeface="Courier New"/>
                <a:cs typeface="Courier New"/>
                <a:sym typeface="Courier New"/>
              </a:rPr>
              <a:t>Heuristic violations	     </a:t>
            </a:r>
            <a:r>
              <a:rPr lang="en" sz="1050">
                <a:solidFill>
                  <a:schemeClr val="dk1"/>
                </a:solidFill>
                <a:latin typeface="Courier New"/>
                <a:ea typeface="Courier New"/>
                <a:cs typeface="Courier New"/>
                <a:sym typeface="Courier New"/>
              </a:rPr>
              <a:t>        : 680</a:t>
            </a:r>
            <a:endParaRPr sz="1050">
              <a:solidFill>
                <a:schemeClr val="dk1"/>
              </a:solidFill>
              <a:latin typeface="Courier New"/>
              <a:ea typeface="Courier New"/>
              <a:cs typeface="Courier New"/>
              <a:sym typeface="Courier New"/>
            </a:endParaRPr>
          </a:p>
        </p:txBody>
      </p:sp>
      <p:sp>
        <p:nvSpPr>
          <p:cNvPr id="736" name="Google Shape;736;p64"/>
          <p:cNvSpPr txBox="1"/>
          <p:nvPr/>
        </p:nvSpPr>
        <p:spPr>
          <a:xfrm>
            <a:off x="4729650" y="1212000"/>
            <a:ext cx="4266600" cy="15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Ordering Evaluation: Optimized ordering ===</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Impression mismatch pairs           : 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Total mismatch impressions          : 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Competitor adjacency violations     : 466</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Websites with ≥1 violation          : 73</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Base revenue (no penalties)         : 79,672.34</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Revenue after 20% penalties         : 65,936.70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050">
                <a:solidFill>
                  <a:schemeClr val="dk1"/>
                </a:solidFill>
                <a:latin typeface="Courier New"/>
                <a:ea typeface="Courier New"/>
                <a:cs typeface="Courier New"/>
                <a:sym typeface="Courier New"/>
              </a:rPr>
              <a:t>Optimized </a:t>
            </a:r>
            <a:r>
              <a:rPr lang="en" sz="1050">
                <a:solidFill>
                  <a:schemeClr val="dk1"/>
                </a:solidFill>
                <a:latin typeface="Courier New"/>
                <a:ea typeface="Courier New"/>
                <a:cs typeface="Courier New"/>
                <a:sym typeface="Courier New"/>
              </a:rPr>
              <a:t>violations	             : 466</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50">
              <a:solidFill>
                <a:schemeClr val="dk1"/>
              </a:solidFill>
              <a:latin typeface="Courier New"/>
              <a:ea typeface="Courier New"/>
              <a:cs typeface="Courier New"/>
              <a:sym typeface="Courier New"/>
            </a:endParaRPr>
          </a:p>
        </p:txBody>
      </p:sp>
      <p:sp>
        <p:nvSpPr>
          <p:cNvPr id="737" name="Google Shape;737;p64"/>
          <p:cNvSpPr txBox="1"/>
          <p:nvPr/>
        </p:nvSpPr>
        <p:spPr>
          <a:xfrm>
            <a:off x="561525" y="2902750"/>
            <a:ext cx="3923100" cy="20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100">
              <a:solidFill>
                <a:schemeClr val="dk1"/>
              </a:solidFill>
            </a:endParaRPr>
          </a:p>
        </p:txBody>
      </p:sp>
      <p:sp>
        <p:nvSpPr>
          <p:cNvPr id="738" name="Google Shape;738;p64"/>
          <p:cNvSpPr txBox="1"/>
          <p:nvPr/>
        </p:nvSpPr>
        <p:spPr>
          <a:xfrm>
            <a:off x="491625" y="2749200"/>
            <a:ext cx="7600500" cy="224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Both orderings preserve the allocation exactly (0 impression mismatches), so Stage 2 never changes how many impressions each advertiser gets, only the sequence they appear in. </a:t>
            </a:r>
            <a:br>
              <a:rPr lang="en" sz="1200">
                <a:solidFill>
                  <a:schemeClr val="dk1"/>
                </a:solidFill>
              </a:rPr>
            </a:br>
            <a:br>
              <a:rPr lang="en" sz="1200">
                <a:solidFill>
                  <a:schemeClr val="dk1"/>
                </a:solidFill>
              </a:rPr>
            </a:br>
            <a:r>
              <a:rPr lang="en" sz="1200">
                <a:solidFill>
                  <a:schemeClr val="dk1"/>
                </a:solidFill>
              </a:rPr>
              <a:t>The optimized ordering cuts competitor adjacency violations from 680 to 466, a reduction of roughly 31%.</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However, since penalties are all-or-nothing per website, the number of penalized sites and net revenue remain unchanged under the current penalty rule</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65"/>
          <p:cNvSpPr/>
          <p:nvPr/>
        </p:nvSpPr>
        <p:spPr>
          <a:xfrm>
            <a:off x="52787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44" name="Google Shape;744;p65"/>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45" name="Google Shape;745;p65"/>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46" name="Google Shape;746;p65"/>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47" name="Google Shape;747;p65"/>
          <p:cNvSpPr txBox="1"/>
          <p:nvPr>
            <p:ph type="title"/>
          </p:nvPr>
        </p:nvSpPr>
        <p:spPr>
          <a:xfrm>
            <a:off x="4228867" y="131799"/>
            <a:ext cx="1440000" cy="3600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a:t>Validation</a:t>
            </a:r>
            <a:endParaRPr/>
          </a:p>
        </p:txBody>
      </p:sp>
      <p:sp>
        <p:nvSpPr>
          <p:cNvPr id="748" name="Google Shape;748;p65"/>
          <p:cNvSpPr txBox="1"/>
          <p:nvPr>
            <p:ph idx="2" type="title"/>
          </p:nvPr>
        </p:nvSpPr>
        <p:spPr>
          <a:xfrm>
            <a:off x="5723951" y="131799"/>
            <a:ext cx="1440300" cy="3600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a:t>Approaches</a:t>
            </a:r>
            <a:endParaRPr/>
          </a:p>
        </p:txBody>
      </p:sp>
      <p:sp>
        <p:nvSpPr>
          <p:cNvPr id="749" name="Google Shape;749;p65"/>
          <p:cNvSpPr txBox="1"/>
          <p:nvPr>
            <p:ph idx="3" type="title"/>
          </p:nvPr>
        </p:nvSpPr>
        <p:spPr>
          <a:xfrm>
            <a:off x="1314610" y="131799"/>
            <a:ext cx="1440000" cy="3600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a:t>Recommendations</a:t>
            </a:r>
            <a:endParaRPr/>
          </a:p>
        </p:txBody>
      </p:sp>
      <p:sp>
        <p:nvSpPr>
          <p:cNvPr id="750" name="Google Shape;750;p65"/>
          <p:cNvSpPr txBox="1"/>
          <p:nvPr>
            <p:ph idx="4" type="title"/>
          </p:nvPr>
        </p:nvSpPr>
        <p:spPr>
          <a:xfrm>
            <a:off x="2777959" y="131799"/>
            <a:ext cx="1440000" cy="3600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a:t>Improvements</a:t>
            </a:r>
            <a:endParaRPr/>
          </a:p>
        </p:txBody>
      </p:sp>
      <p:sp>
        <p:nvSpPr>
          <p:cNvPr id="751" name="Google Shape;751;p65"/>
          <p:cNvSpPr txBox="1"/>
          <p:nvPr/>
        </p:nvSpPr>
        <p:spPr>
          <a:xfrm>
            <a:off x="242125" y="733750"/>
            <a:ext cx="8687400" cy="4204200"/>
          </a:xfrm>
          <a:prstGeom prst="rect">
            <a:avLst/>
          </a:prstGeom>
          <a:noFill/>
          <a:ln>
            <a:noFill/>
          </a:ln>
        </p:spPr>
        <p:txBody>
          <a:bodyPr anchorCtr="0" anchor="t" bIns="91425" lIns="91425" spcFirstLastPara="1" rIns="91425" wrap="square" tIns="91425">
            <a:noAutofit/>
          </a:bodyPr>
          <a:lstStyle/>
          <a:p>
            <a:pPr indent="-304800" lvl="0" marL="457200" rtl="0" algn="l">
              <a:lnSpc>
                <a:spcPct val="200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Comparison</a:t>
            </a:r>
            <a:endParaRPr sz="1200">
              <a:solidFill>
                <a:schemeClr val="dk1"/>
              </a:solidFill>
              <a:latin typeface="Hanken Grotesk"/>
              <a:ea typeface="Hanken Grotesk"/>
              <a:cs typeface="Hanken Grotesk"/>
              <a:sym typeface="Hanken Grotesk"/>
            </a:endParaRPr>
          </a:p>
        </p:txBody>
      </p:sp>
      <p:pic>
        <p:nvPicPr>
          <p:cNvPr id="752" name="Google Shape;752;p65"/>
          <p:cNvPicPr preferRelativeResize="0"/>
          <p:nvPr/>
        </p:nvPicPr>
        <p:blipFill>
          <a:blip r:embed="rId3">
            <a:alphaModFix/>
          </a:blip>
          <a:stretch>
            <a:fillRect/>
          </a:stretch>
        </p:blipFill>
        <p:spPr>
          <a:xfrm>
            <a:off x="539550" y="1032375"/>
            <a:ext cx="4100861" cy="3801975"/>
          </a:xfrm>
          <a:prstGeom prst="rect">
            <a:avLst/>
          </a:prstGeom>
          <a:noFill/>
          <a:ln>
            <a:noFill/>
          </a:ln>
        </p:spPr>
      </p:pic>
      <p:pic>
        <p:nvPicPr>
          <p:cNvPr id="753" name="Google Shape;753;p65"/>
          <p:cNvPicPr preferRelativeResize="0"/>
          <p:nvPr/>
        </p:nvPicPr>
        <p:blipFill>
          <a:blip r:embed="rId4">
            <a:alphaModFix/>
          </a:blip>
          <a:stretch>
            <a:fillRect/>
          </a:stretch>
        </p:blipFill>
        <p:spPr>
          <a:xfrm>
            <a:off x="4707525" y="1032375"/>
            <a:ext cx="4100849" cy="3801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66"/>
          <p:cNvSpPr/>
          <p:nvPr/>
        </p:nvSpPr>
        <p:spPr>
          <a:xfrm>
            <a:off x="52787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59" name="Google Shape;759;p66"/>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60" name="Google Shape;760;p66"/>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61" name="Google Shape;761;p66"/>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62" name="Google Shape;762;p66"/>
          <p:cNvSpPr txBox="1"/>
          <p:nvPr>
            <p:ph type="title"/>
          </p:nvPr>
        </p:nvSpPr>
        <p:spPr>
          <a:xfrm>
            <a:off x="4228867" y="131799"/>
            <a:ext cx="1440000" cy="3600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a:t>Validation</a:t>
            </a:r>
            <a:endParaRPr/>
          </a:p>
        </p:txBody>
      </p:sp>
      <p:sp>
        <p:nvSpPr>
          <p:cNvPr id="763" name="Google Shape;763;p66"/>
          <p:cNvSpPr txBox="1"/>
          <p:nvPr>
            <p:ph idx="2" type="title"/>
          </p:nvPr>
        </p:nvSpPr>
        <p:spPr>
          <a:xfrm>
            <a:off x="5723951" y="131799"/>
            <a:ext cx="1440300" cy="3600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a:t>Approaches</a:t>
            </a:r>
            <a:endParaRPr/>
          </a:p>
        </p:txBody>
      </p:sp>
      <p:sp>
        <p:nvSpPr>
          <p:cNvPr id="764" name="Google Shape;764;p66"/>
          <p:cNvSpPr txBox="1"/>
          <p:nvPr>
            <p:ph idx="3" type="title"/>
          </p:nvPr>
        </p:nvSpPr>
        <p:spPr>
          <a:xfrm>
            <a:off x="1314610" y="131799"/>
            <a:ext cx="1440000" cy="3600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a:t>Recommendations</a:t>
            </a:r>
            <a:endParaRPr/>
          </a:p>
        </p:txBody>
      </p:sp>
      <p:sp>
        <p:nvSpPr>
          <p:cNvPr id="765" name="Google Shape;765;p66"/>
          <p:cNvSpPr txBox="1"/>
          <p:nvPr>
            <p:ph idx="4" type="title"/>
          </p:nvPr>
        </p:nvSpPr>
        <p:spPr>
          <a:xfrm>
            <a:off x="2777959" y="131799"/>
            <a:ext cx="1440000" cy="3600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a:t>Improvements</a:t>
            </a:r>
            <a:endParaRPr/>
          </a:p>
        </p:txBody>
      </p:sp>
      <p:sp>
        <p:nvSpPr>
          <p:cNvPr id="766" name="Google Shape;766;p66"/>
          <p:cNvSpPr txBox="1"/>
          <p:nvPr/>
        </p:nvSpPr>
        <p:spPr>
          <a:xfrm>
            <a:off x="242125" y="733750"/>
            <a:ext cx="8687400" cy="4204200"/>
          </a:xfrm>
          <a:prstGeom prst="rect">
            <a:avLst/>
          </a:prstGeom>
          <a:noFill/>
          <a:ln>
            <a:noFill/>
          </a:ln>
        </p:spPr>
        <p:txBody>
          <a:bodyPr anchorCtr="0" anchor="t" bIns="91425" lIns="91425" spcFirstLastPara="1" rIns="91425" wrap="square" tIns="91425">
            <a:noAutofit/>
          </a:bodyPr>
          <a:lstStyle/>
          <a:p>
            <a:pPr indent="-304800" lvl="0" marL="457200" rtl="0" algn="l">
              <a:lnSpc>
                <a:spcPct val="200000"/>
              </a:lnSpc>
              <a:spcBef>
                <a:spcPts val="0"/>
              </a:spcBef>
              <a:spcAft>
                <a:spcPts val="0"/>
              </a:spcAft>
              <a:buClr>
                <a:schemeClr val="dk1"/>
              </a:buClr>
              <a:buSzPts val="1200"/>
              <a:buFont typeface="Hanken Grotesk"/>
              <a:buChar char="●"/>
            </a:pPr>
            <a:r>
              <a:rPr b="1" lang="en" sz="1200">
                <a:solidFill>
                  <a:schemeClr val="dk1"/>
                </a:solidFill>
                <a:latin typeface="Hanken Grotesk"/>
                <a:ea typeface="Hanken Grotesk"/>
                <a:cs typeface="Hanken Grotesk"/>
                <a:sym typeface="Hanken Grotesk"/>
              </a:rPr>
              <a:t>Comparison Results </a:t>
            </a:r>
            <a:endParaRPr b="1" sz="1200">
              <a:solidFill>
                <a:schemeClr val="dk1"/>
              </a:solidFill>
              <a:latin typeface="Hanken Grotesk"/>
              <a:ea typeface="Hanken Grotesk"/>
              <a:cs typeface="Hanken Grotesk"/>
              <a:sym typeface="Hanken Grotesk"/>
            </a:endParaRPr>
          </a:p>
        </p:txBody>
      </p:sp>
      <p:pic>
        <p:nvPicPr>
          <p:cNvPr id="767" name="Google Shape;767;p66"/>
          <p:cNvPicPr preferRelativeResize="0"/>
          <p:nvPr/>
        </p:nvPicPr>
        <p:blipFill>
          <a:blip r:embed="rId3">
            <a:alphaModFix/>
          </a:blip>
          <a:stretch>
            <a:fillRect/>
          </a:stretch>
        </p:blipFill>
        <p:spPr>
          <a:xfrm>
            <a:off x="4969175" y="733750"/>
            <a:ext cx="3824866" cy="4204200"/>
          </a:xfrm>
          <a:prstGeom prst="rect">
            <a:avLst/>
          </a:prstGeom>
          <a:noFill/>
          <a:ln>
            <a:noFill/>
          </a:ln>
        </p:spPr>
      </p:pic>
      <p:sp>
        <p:nvSpPr>
          <p:cNvPr id="768" name="Google Shape;768;p66"/>
          <p:cNvSpPr txBox="1"/>
          <p:nvPr/>
        </p:nvSpPr>
        <p:spPr>
          <a:xfrm>
            <a:off x="404000" y="1409050"/>
            <a:ext cx="4222500" cy="327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End-to-end, the optimized system serves 1.423M / 1.423M impressions for 100% utilization, versus 1.374M / 1.423M (96.6%) for the heuristic.</a:t>
            </a:r>
            <a:br>
              <a:rPr lang="en" sz="1200">
                <a:solidFill>
                  <a:schemeClr val="dk1"/>
                </a:solidFill>
              </a:rPr>
            </a:br>
            <a:br>
              <a:rPr lang="en" sz="1200">
                <a:solidFill>
                  <a:schemeClr val="dk1"/>
                </a:solidFill>
              </a:rPr>
            </a:br>
            <a:r>
              <a:rPr lang="en" sz="1200">
                <a:solidFill>
                  <a:schemeClr val="dk1"/>
                </a:solidFill>
              </a:rPr>
              <a:t>Gross revenue improves from $67.3K to $79.7K, and net revenue (after brand-safety fines) improves from $55.7K to $65.9K, an 18.5% lift in profit.</a:t>
            </a:r>
            <a:br>
              <a:rPr lang="en" sz="1200">
                <a:solidFill>
                  <a:schemeClr val="dk1"/>
                </a:solidFill>
              </a:rPr>
            </a:br>
            <a:br>
              <a:rPr lang="en" sz="1200">
                <a:solidFill>
                  <a:schemeClr val="dk1"/>
                </a:solidFill>
              </a:rPr>
            </a:br>
            <a:r>
              <a:rPr lang="en" sz="1200">
                <a:solidFill>
                  <a:schemeClr val="dk1"/>
                </a:solidFill>
              </a:rPr>
              <a:t>The optimized configuration also activates more advertisers (62 vs 53 valid advertisers in validation) while keeping total runtime reasonable: 3.4s vs 0.8s for the heuristic.</a:t>
            </a:r>
            <a:endParaRPr>
              <a:solidFill>
                <a:schemeClr val="dk1"/>
              </a:solidFill>
              <a:latin typeface="Hanken Grotesk"/>
              <a:ea typeface="Hanken Grotesk"/>
              <a:cs typeface="Hanken Grotesk"/>
              <a:sym typeface="Hanken Grotes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67"/>
          <p:cNvSpPr/>
          <p:nvPr/>
        </p:nvSpPr>
        <p:spPr>
          <a:xfrm>
            <a:off x="52787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74" name="Google Shape;774;p67"/>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75" name="Google Shape;775;p67"/>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76" name="Google Shape;776;p67"/>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77" name="Google Shape;777;p67"/>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p>
            <a:pPr indent="0" lvl="0" marL="0" rtl="0" algn="l">
              <a:lnSpc>
                <a:spcPct val="115000"/>
              </a:lnSpc>
              <a:spcBef>
                <a:spcPts val="0"/>
              </a:spcBef>
              <a:spcAft>
                <a:spcPts val="0"/>
              </a:spcAft>
              <a:buSzPts val="1200"/>
              <a:buNone/>
            </a:pPr>
            <a:r>
              <a:rPr lang="en"/>
              <a:t>Recommendations</a:t>
            </a:r>
            <a:endParaRPr/>
          </a:p>
        </p:txBody>
      </p:sp>
      <p:sp>
        <p:nvSpPr>
          <p:cNvPr id="778" name="Google Shape;778;p67"/>
          <p:cNvSpPr txBox="1"/>
          <p:nvPr>
            <p:ph idx="2" type="subTitle"/>
          </p:nvPr>
        </p:nvSpPr>
        <p:spPr>
          <a:xfrm>
            <a:off x="4228850" y="131800"/>
            <a:ext cx="1440000" cy="360000"/>
          </a:xfrm>
          <a:prstGeom prst="rect">
            <a:avLst/>
          </a:prstGeom>
        </p:spPr>
        <p:txBody>
          <a:bodyPr anchorCtr="0" anchor="ctr" bIns="0" lIns="91425" spcFirstLastPara="1" rIns="91425" wrap="square" tIns="0">
            <a:normAutofit/>
          </a:bodyPr>
          <a:lstStyle/>
          <a:p>
            <a:pPr indent="0" lvl="0" marL="0" rtl="0" algn="ctr">
              <a:lnSpc>
                <a:spcPct val="115000"/>
              </a:lnSpc>
              <a:spcBef>
                <a:spcPts val="0"/>
              </a:spcBef>
              <a:spcAft>
                <a:spcPts val="0"/>
              </a:spcAft>
              <a:buSzPts val="1200"/>
              <a:buNone/>
            </a:pPr>
            <a:r>
              <a:rPr lang="en"/>
              <a:t>Validation</a:t>
            </a:r>
            <a:endParaRPr/>
          </a:p>
        </p:txBody>
      </p:sp>
      <p:sp>
        <p:nvSpPr>
          <p:cNvPr id="779" name="Google Shape;779;p67"/>
          <p:cNvSpPr txBox="1"/>
          <p:nvPr>
            <p:ph idx="3" type="subTitle"/>
          </p:nvPr>
        </p:nvSpPr>
        <p:spPr>
          <a:xfrm>
            <a:off x="5724100" y="131800"/>
            <a:ext cx="1440000" cy="360000"/>
          </a:xfrm>
          <a:prstGeom prst="rect">
            <a:avLst/>
          </a:prstGeom>
        </p:spPr>
        <p:txBody>
          <a:bodyPr anchorCtr="0" anchor="ctr" bIns="0" lIns="91425" spcFirstLastPara="1" rIns="91425" wrap="square" tIns="0">
            <a:normAutofit/>
          </a:bodyPr>
          <a:lstStyle/>
          <a:p>
            <a:pPr indent="0" lvl="0" marL="0" rtl="0" algn="ctr">
              <a:lnSpc>
                <a:spcPct val="115000"/>
              </a:lnSpc>
              <a:spcBef>
                <a:spcPts val="0"/>
              </a:spcBef>
              <a:spcAft>
                <a:spcPts val="0"/>
              </a:spcAft>
              <a:buSzPts val="1200"/>
              <a:buNone/>
            </a:pPr>
            <a:r>
              <a:rPr lang="en"/>
              <a:t>Approaches</a:t>
            </a:r>
            <a:endParaRPr/>
          </a:p>
        </p:txBody>
      </p:sp>
      <p:sp>
        <p:nvSpPr>
          <p:cNvPr id="780" name="Google Shape;780;p67"/>
          <p:cNvSpPr txBox="1"/>
          <p:nvPr>
            <p:ph type="title"/>
          </p:nvPr>
        </p:nvSpPr>
        <p:spPr>
          <a:xfrm>
            <a:off x="2777959" y="131799"/>
            <a:ext cx="1440000" cy="3600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a:t>Improvements</a:t>
            </a:r>
            <a:endParaRPr/>
          </a:p>
        </p:txBody>
      </p:sp>
      <p:sp>
        <p:nvSpPr>
          <p:cNvPr id="781" name="Google Shape;781;p67"/>
          <p:cNvSpPr txBox="1"/>
          <p:nvPr/>
        </p:nvSpPr>
        <p:spPr>
          <a:xfrm>
            <a:off x="242125" y="606325"/>
            <a:ext cx="4384500" cy="420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solidFill>
                  <a:schemeClr val="dk1"/>
                </a:solidFill>
                <a:latin typeface="Hanken Grotesk"/>
                <a:ea typeface="Hanken Grotesk"/>
                <a:cs typeface="Hanken Grotesk"/>
                <a:sym typeface="Hanken Grotesk"/>
              </a:rPr>
              <a:t>Snowflake Optimized Results </a:t>
            </a:r>
            <a:endParaRPr b="1" sz="1200">
              <a:solidFill>
                <a:schemeClr val="dk1"/>
              </a:solidFill>
              <a:latin typeface="Hanken Grotesk"/>
              <a:ea typeface="Hanken Grotesk"/>
              <a:cs typeface="Hanken Grotesk"/>
              <a:sym typeface="Hanken Grotesk"/>
            </a:endParaRPr>
          </a:p>
          <a:p>
            <a:pPr indent="-304800" lvl="0" marL="571500" rtl="0" algn="l">
              <a:lnSpc>
                <a:spcPct val="115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Placement Ratio 1933.7k/1933.7k</a:t>
            </a:r>
            <a:endParaRPr sz="1200">
              <a:solidFill>
                <a:schemeClr val="dk1"/>
              </a:solidFill>
              <a:latin typeface="Hanken Grotesk"/>
              <a:ea typeface="Hanken Grotesk"/>
              <a:cs typeface="Hanken Grotesk"/>
              <a:sym typeface="Hanken Grotesk"/>
            </a:endParaRPr>
          </a:p>
          <a:p>
            <a:pPr indent="-304800" lvl="0" marL="571500" rtl="0" algn="l">
              <a:lnSpc>
                <a:spcPct val="115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Placement Proportion 100%</a:t>
            </a:r>
            <a:endParaRPr sz="1200">
              <a:solidFill>
                <a:schemeClr val="dk1"/>
              </a:solidFill>
              <a:latin typeface="Hanken Grotesk"/>
              <a:ea typeface="Hanken Grotesk"/>
              <a:cs typeface="Hanken Grotesk"/>
              <a:sym typeface="Hanken Grotesk"/>
            </a:endParaRPr>
          </a:p>
          <a:p>
            <a:pPr indent="-304800" lvl="0" marL="571500" rtl="0" algn="l">
              <a:lnSpc>
                <a:spcPct val="115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Gross Revenue $110.6k</a:t>
            </a:r>
            <a:endParaRPr sz="1200">
              <a:solidFill>
                <a:schemeClr val="dk1"/>
              </a:solidFill>
              <a:latin typeface="Hanken Grotesk"/>
              <a:ea typeface="Hanken Grotesk"/>
              <a:cs typeface="Hanken Grotesk"/>
              <a:sym typeface="Hanken Grotesk"/>
            </a:endParaRPr>
          </a:p>
          <a:p>
            <a:pPr indent="-304800" lvl="0" marL="571500" rtl="0" algn="l">
              <a:lnSpc>
                <a:spcPct val="115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Sites with Violations 103/140</a:t>
            </a:r>
            <a:endParaRPr sz="1200">
              <a:solidFill>
                <a:schemeClr val="dk1"/>
              </a:solidFill>
              <a:latin typeface="Hanken Grotesk"/>
              <a:ea typeface="Hanken Grotesk"/>
              <a:cs typeface="Hanken Grotesk"/>
              <a:sym typeface="Hanken Grotesk"/>
            </a:endParaRPr>
          </a:p>
          <a:p>
            <a:pPr indent="-304800" lvl="0" marL="571500" rtl="0" algn="l">
              <a:lnSpc>
                <a:spcPct val="115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Violation Fines $20.6k</a:t>
            </a:r>
            <a:endParaRPr sz="1200">
              <a:solidFill>
                <a:schemeClr val="dk1"/>
              </a:solidFill>
              <a:latin typeface="Hanken Grotesk"/>
              <a:ea typeface="Hanken Grotesk"/>
              <a:cs typeface="Hanken Grotesk"/>
              <a:sym typeface="Hanken Grotesk"/>
            </a:endParaRPr>
          </a:p>
          <a:p>
            <a:pPr indent="-304800" lvl="0" marL="571500" rtl="0" algn="l">
              <a:lnSpc>
                <a:spcPct val="115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Net Revenue $90k</a:t>
            </a:r>
            <a:endParaRPr sz="1200">
              <a:solidFill>
                <a:schemeClr val="dk1"/>
              </a:solidFill>
              <a:latin typeface="Hanken Grotesk"/>
              <a:ea typeface="Hanken Grotesk"/>
              <a:cs typeface="Hanken Grotesk"/>
              <a:sym typeface="Hanken Grotesk"/>
            </a:endParaRPr>
          </a:p>
          <a:p>
            <a:pPr indent="-304800" lvl="0" marL="571500" rtl="0" algn="l">
              <a:lnSpc>
                <a:spcPct val="115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Execution Time 18.64s</a:t>
            </a:r>
            <a:endParaRPr sz="1200">
              <a:solidFill>
                <a:schemeClr val="dk1"/>
              </a:solidFill>
              <a:latin typeface="Hanken Grotesk"/>
              <a:ea typeface="Hanken Grotesk"/>
              <a:cs typeface="Hanken Grotesk"/>
              <a:sym typeface="Hanken Grotesk"/>
            </a:endParaRPr>
          </a:p>
          <a:p>
            <a:pPr indent="0" lvl="0" marL="0" rtl="0" algn="l">
              <a:lnSpc>
                <a:spcPct val="115000"/>
              </a:lnSpc>
              <a:spcBef>
                <a:spcPts val="0"/>
              </a:spcBef>
              <a:spcAft>
                <a:spcPts val="0"/>
              </a:spcAft>
              <a:buNone/>
            </a:pPr>
            <a:r>
              <a:t/>
            </a:r>
            <a:endParaRPr sz="1200">
              <a:solidFill>
                <a:schemeClr val="dk1"/>
              </a:solidFill>
              <a:latin typeface="Hanken Grotesk"/>
              <a:ea typeface="Hanken Grotesk"/>
              <a:cs typeface="Hanken Grotesk"/>
              <a:sym typeface="Hanken Grotesk"/>
            </a:endParaRPr>
          </a:p>
          <a:p>
            <a:pPr indent="0" lvl="0" marL="0" rtl="0" algn="l">
              <a:lnSpc>
                <a:spcPct val="115000"/>
              </a:lnSpc>
              <a:spcBef>
                <a:spcPts val="0"/>
              </a:spcBef>
              <a:spcAft>
                <a:spcPts val="0"/>
              </a:spcAft>
              <a:buNone/>
            </a:pPr>
            <a:r>
              <a:t/>
            </a:r>
            <a:endParaRPr sz="1200">
              <a:solidFill>
                <a:schemeClr val="dk1"/>
              </a:solidFill>
              <a:latin typeface="Hanken Grotesk"/>
              <a:ea typeface="Hanken Grotesk"/>
              <a:cs typeface="Hanken Grotesk"/>
              <a:sym typeface="Hanken Grotesk"/>
            </a:endParaRPr>
          </a:p>
          <a:p>
            <a:pPr indent="0" lvl="0" marL="0" rtl="0" algn="l">
              <a:lnSpc>
                <a:spcPct val="115000"/>
              </a:lnSpc>
              <a:spcBef>
                <a:spcPts val="0"/>
              </a:spcBef>
              <a:spcAft>
                <a:spcPts val="0"/>
              </a:spcAft>
              <a:buNone/>
            </a:pPr>
            <a:r>
              <a:rPr b="1" lang="en" sz="1200">
                <a:solidFill>
                  <a:schemeClr val="dk1"/>
                </a:solidFill>
                <a:latin typeface="Hanken Grotesk"/>
                <a:ea typeface="Hanken Grotesk"/>
                <a:cs typeface="Hanken Grotesk"/>
                <a:sym typeface="Hanken Grotesk"/>
              </a:rPr>
              <a:t>Key Takeaways</a:t>
            </a:r>
            <a:endParaRPr b="1" sz="1200">
              <a:solidFill>
                <a:schemeClr val="dk1"/>
              </a:solidFill>
              <a:latin typeface="Hanken Grotesk"/>
              <a:ea typeface="Hanken Grotesk"/>
              <a:cs typeface="Hanken Grotesk"/>
              <a:sym typeface="Hanken Grotesk"/>
            </a:endParaRPr>
          </a:p>
          <a:p>
            <a:pPr indent="-304800" lvl="0" marL="571500" rtl="0" algn="l">
              <a:lnSpc>
                <a:spcPct val="115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There were </a:t>
            </a:r>
            <a:r>
              <a:rPr b="1" lang="en" sz="1200">
                <a:solidFill>
                  <a:schemeClr val="dk1"/>
                </a:solidFill>
                <a:latin typeface="Hanken Grotesk"/>
                <a:ea typeface="Hanken Grotesk"/>
                <a:cs typeface="Hanken Grotesk"/>
                <a:sym typeface="Hanken Grotesk"/>
              </a:rPr>
              <a:t>1933.7k </a:t>
            </a:r>
            <a:r>
              <a:rPr lang="en" sz="1200">
                <a:solidFill>
                  <a:schemeClr val="dk1"/>
                </a:solidFill>
                <a:latin typeface="Hanken Grotesk"/>
                <a:ea typeface="Hanken Grotesk"/>
                <a:cs typeface="Hanken Grotesk"/>
                <a:sym typeface="Hanken Grotesk"/>
              </a:rPr>
              <a:t>impressions, while having a </a:t>
            </a:r>
            <a:r>
              <a:rPr b="1" lang="en" sz="1200">
                <a:solidFill>
                  <a:schemeClr val="dk1"/>
                </a:solidFill>
                <a:latin typeface="Hanken Grotesk"/>
                <a:ea typeface="Hanken Grotesk"/>
                <a:cs typeface="Hanken Grotesk"/>
                <a:sym typeface="Hanken Grotesk"/>
              </a:rPr>
              <a:t>100%</a:t>
            </a:r>
            <a:r>
              <a:rPr lang="en" sz="1200">
                <a:solidFill>
                  <a:schemeClr val="dk1"/>
                </a:solidFill>
                <a:latin typeface="Hanken Grotesk"/>
                <a:ea typeface="Hanken Grotesk"/>
                <a:cs typeface="Hanken Grotesk"/>
                <a:sym typeface="Hanken Grotesk"/>
              </a:rPr>
              <a:t> utilization rate.</a:t>
            </a:r>
            <a:endParaRPr sz="1200">
              <a:solidFill>
                <a:schemeClr val="dk1"/>
              </a:solidFill>
              <a:latin typeface="Hanken Grotesk"/>
              <a:ea typeface="Hanken Grotesk"/>
              <a:cs typeface="Hanken Grotesk"/>
              <a:sym typeface="Hanken Grotesk"/>
            </a:endParaRPr>
          </a:p>
          <a:p>
            <a:pPr indent="-304800" lvl="0" marL="571500" rtl="0" algn="l">
              <a:lnSpc>
                <a:spcPct val="115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Gross Revenue </a:t>
            </a:r>
            <a:r>
              <a:rPr b="1" lang="en" sz="1200">
                <a:solidFill>
                  <a:schemeClr val="dk1"/>
                </a:solidFill>
                <a:latin typeface="Hanken Grotesk"/>
                <a:ea typeface="Hanken Grotesk"/>
                <a:cs typeface="Hanken Grotesk"/>
                <a:sym typeface="Hanken Grotesk"/>
              </a:rPr>
              <a:t>increased</a:t>
            </a:r>
            <a:r>
              <a:rPr lang="en" sz="1200">
                <a:solidFill>
                  <a:schemeClr val="dk1"/>
                </a:solidFill>
                <a:latin typeface="Hanken Grotesk"/>
                <a:ea typeface="Hanken Grotesk"/>
                <a:cs typeface="Hanken Grotesk"/>
                <a:sym typeface="Hanken Grotesk"/>
              </a:rPr>
              <a:t> by </a:t>
            </a:r>
            <a:r>
              <a:rPr b="1" lang="en" sz="1200">
                <a:solidFill>
                  <a:schemeClr val="dk1"/>
                </a:solidFill>
                <a:latin typeface="Hanken Grotesk"/>
                <a:ea typeface="Hanken Grotesk"/>
                <a:cs typeface="Hanken Grotesk"/>
                <a:sym typeface="Hanken Grotesk"/>
              </a:rPr>
              <a:t>$14.2k</a:t>
            </a:r>
            <a:endParaRPr b="1" sz="1200">
              <a:solidFill>
                <a:schemeClr val="dk1"/>
              </a:solidFill>
              <a:latin typeface="Hanken Grotesk"/>
              <a:ea typeface="Hanken Grotesk"/>
              <a:cs typeface="Hanken Grotesk"/>
              <a:sym typeface="Hanken Grotesk"/>
            </a:endParaRPr>
          </a:p>
          <a:p>
            <a:pPr indent="-304800" lvl="0" marL="571500" rtl="0" algn="l">
              <a:lnSpc>
                <a:spcPct val="115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Violation Fines </a:t>
            </a:r>
            <a:r>
              <a:rPr b="1" lang="en" sz="1200">
                <a:solidFill>
                  <a:schemeClr val="dk1"/>
                </a:solidFill>
                <a:latin typeface="Hanken Grotesk"/>
                <a:ea typeface="Hanken Grotesk"/>
                <a:cs typeface="Hanken Grotesk"/>
                <a:sym typeface="Hanken Grotesk"/>
              </a:rPr>
              <a:t>increased</a:t>
            </a:r>
            <a:r>
              <a:rPr lang="en" sz="1200">
                <a:solidFill>
                  <a:schemeClr val="dk1"/>
                </a:solidFill>
                <a:latin typeface="Hanken Grotesk"/>
                <a:ea typeface="Hanken Grotesk"/>
                <a:cs typeface="Hanken Grotesk"/>
                <a:sym typeface="Hanken Grotesk"/>
              </a:rPr>
              <a:t> by </a:t>
            </a:r>
            <a:r>
              <a:rPr b="1" lang="en" sz="1200">
                <a:solidFill>
                  <a:schemeClr val="dk1"/>
                </a:solidFill>
                <a:latin typeface="Hanken Grotesk"/>
                <a:ea typeface="Hanken Grotesk"/>
                <a:cs typeface="Hanken Grotesk"/>
                <a:sym typeface="Hanken Grotesk"/>
              </a:rPr>
              <a:t>$2699.53</a:t>
            </a:r>
            <a:endParaRPr b="1" sz="1200">
              <a:solidFill>
                <a:schemeClr val="dk1"/>
              </a:solidFill>
              <a:latin typeface="Hanken Grotesk"/>
              <a:ea typeface="Hanken Grotesk"/>
              <a:cs typeface="Hanken Grotesk"/>
              <a:sym typeface="Hanken Grotesk"/>
            </a:endParaRPr>
          </a:p>
          <a:p>
            <a:pPr indent="-304800" lvl="0" marL="571500" rtl="0" algn="l">
              <a:lnSpc>
                <a:spcPct val="115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Net Revenue </a:t>
            </a:r>
            <a:r>
              <a:rPr b="1" lang="en" sz="1200">
                <a:solidFill>
                  <a:schemeClr val="dk1"/>
                </a:solidFill>
                <a:latin typeface="Hanken Grotesk"/>
                <a:ea typeface="Hanken Grotesk"/>
                <a:cs typeface="Hanken Grotesk"/>
                <a:sym typeface="Hanken Grotesk"/>
              </a:rPr>
              <a:t>increased</a:t>
            </a:r>
            <a:r>
              <a:rPr lang="en" sz="1200">
                <a:solidFill>
                  <a:schemeClr val="dk1"/>
                </a:solidFill>
                <a:latin typeface="Hanken Grotesk"/>
                <a:ea typeface="Hanken Grotesk"/>
                <a:cs typeface="Hanken Grotesk"/>
                <a:sym typeface="Hanken Grotesk"/>
              </a:rPr>
              <a:t> by </a:t>
            </a:r>
            <a:r>
              <a:rPr b="1" lang="en" sz="1200">
                <a:solidFill>
                  <a:schemeClr val="dk1"/>
                </a:solidFill>
                <a:latin typeface="Hanken Grotesk"/>
                <a:ea typeface="Hanken Grotesk"/>
                <a:cs typeface="Hanken Grotesk"/>
                <a:sym typeface="Hanken Grotesk"/>
              </a:rPr>
              <a:t>$11.5k </a:t>
            </a:r>
            <a:r>
              <a:rPr lang="en" sz="1200">
                <a:solidFill>
                  <a:schemeClr val="dk1"/>
                </a:solidFill>
                <a:latin typeface="Hanken Grotesk"/>
                <a:ea typeface="Hanken Grotesk"/>
                <a:cs typeface="Hanken Grotesk"/>
                <a:sym typeface="Hanken Grotesk"/>
              </a:rPr>
              <a:t>(+14.6%)</a:t>
            </a:r>
            <a:endParaRPr sz="1200">
              <a:solidFill>
                <a:schemeClr val="dk1"/>
              </a:solidFill>
              <a:latin typeface="Hanken Grotesk"/>
              <a:ea typeface="Hanken Grotesk"/>
              <a:cs typeface="Hanken Grotesk"/>
              <a:sym typeface="Hanken Grotesk"/>
            </a:endParaRPr>
          </a:p>
          <a:p>
            <a:pPr indent="-304800" lvl="0" marL="571500" rtl="0" algn="l">
              <a:lnSpc>
                <a:spcPct val="115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Violation Rate </a:t>
            </a:r>
            <a:r>
              <a:rPr b="1" lang="en" sz="1200">
                <a:solidFill>
                  <a:schemeClr val="dk1"/>
                </a:solidFill>
                <a:latin typeface="Hanken Grotesk"/>
                <a:ea typeface="Hanken Grotesk"/>
                <a:cs typeface="Hanken Grotesk"/>
                <a:sym typeface="Hanken Grotesk"/>
              </a:rPr>
              <a:t>stayed the same </a:t>
            </a:r>
            <a:r>
              <a:rPr lang="en" sz="1200">
                <a:solidFill>
                  <a:schemeClr val="dk1"/>
                </a:solidFill>
                <a:latin typeface="Hanken Grotesk"/>
                <a:ea typeface="Hanken Grotesk"/>
                <a:cs typeface="Hanken Grotesk"/>
                <a:sym typeface="Hanken Grotesk"/>
              </a:rPr>
              <a:t>at ~</a:t>
            </a:r>
            <a:r>
              <a:rPr b="1" lang="en" sz="1200">
                <a:solidFill>
                  <a:schemeClr val="dk1"/>
                </a:solidFill>
                <a:latin typeface="Hanken Grotesk"/>
                <a:ea typeface="Hanken Grotesk"/>
                <a:cs typeface="Hanken Grotesk"/>
                <a:sym typeface="Hanken Grotesk"/>
              </a:rPr>
              <a:t>73.6% </a:t>
            </a:r>
            <a:r>
              <a:rPr lang="en" sz="1200">
                <a:solidFill>
                  <a:schemeClr val="dk1"/>
                </a:solidFill>
                <a:latin typeface="Hanken Grotesk"/>
                <a:ea typeface="Hanken Grotesk"/>
                <a:cs typeface="Hanken Grotesk"/>
                <a:sym typeface="Hanken Grotesk"/>
              </a:rPr>
              <a:t>(73.57%)</a:t>
            </a:r>
            <a:endParaRPr sz="1200">
              <a:solidFill>
                <a:schemeClr val="dk1"/>
              </a:solidFill>
              <a:latin typeface="Hanken Grotesk"/>
              <a:ea typeface="Hanken Grotesk"/>
              <a:cs typeface="Hanken Grotesk"/>
              <a:sym typeface="Hanken Grotesk"/>
            </a:endParaRPr>
          </a:p>
          <a:p>
            <a:pPr indent="-304800" lvl="0" marL="571500" rtl="0" algn="l">
              <a:lnSpc>
                <a:spcPct val="115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Total run time </a:t>
            </a:r>
            <a:r>
              <a:rPr b="1" lang="en" sz="1200">
                <a:solidFill>
                  <a:schemeClr val="dk1"/>
                </a:solidFill>
                <a:latin typeface="Hanken Grotesk"/>
                <a:ea typeface="Hanken Grotesk"/>
                <a:cs typeface="Hanken Grotesk"/>
                <a:sym typeface="Hanken Grotesk"/>
              </a:rPr>
              <a:t>increased</a:t>
            </a:r>
            <a:r>
              <a:rPr lang="en" sz="1200">
                <a:solidFill>
                  <a:schemeClr val="dk1"/>
                </a:solidFill>
                <a:latin typeface="Hanken Grotesk"/>
                <a:ea typeface="Hanken Grotesk"/>
                <a:cs typeface="Hanken Grotesk"/>
                <a:sym typeface="Hanken Grotesk"/>
              </a:rPr>
              <a:t> by </a:t>
            </a:r>
            <a:r>
              <a:rPr b="1" lang="en" sz="1200">
                <a:solidFill>
                  <a:schemeClr val="dk1"/>
                </a:solidFill>
                <a:latin typeface="Hanken Grotesk"/>
                <a:ea typeface="Hanken Grotesk"/>
                <a:cs typeface="Hanken Grotesk"/>
                <a:sym typeface="Hanken Grotesk"/>
              </a:rPr>
              <a:t>17.11</a:t>
            </a:r>
            <a:r>
              <a:rPr b="1" lang="en" sz="1200">
                <a:solidFill>
                  <a:schemeClr val="dk1"/>
                </a:solidFill>
                <a:latin typeface="Hanken Grotesk"/>
                <a:ea typeface="Hanken Grotesk"/>
                <a:cs typeface="Hanken Grotesk"/>
                <a:sym typeface="Hanken Grotesk"/>
              </a:rPr>
              <a:t>s</a:t>
            </a:r>
            <a:endParaRPr sz="1200">
              <a:solidFill>
                <a:schemeClr val="dk1"/>
              </a:solidFill>
              <a:latin typeface="Hanken Grotesk"/>
              <a:ea typeface="Hanken Grotesk"/>
              <a:cs typeface="Hanken Grotesk"/>
              <a:sym typeface="Hanken Grotesk"/>
            </a:endParaRPr>
          </a:p>
        </p:txBody>
      </p:sp>
      <p:pic>
        <p:nvPicPr>
          <p:cNvPr id="782" name="Google Shape;782;p67"/>
          <p:cNvPicPr preferRelativeResize="0"/>
          <p:nvPr/>
        </p:nvPicPr>
        <p:blipFill>
          <a:blip r:embed="rId3">
            <a:alphaModFix/>
          </a:blip>
          <a:stretch>
            <a:fillRect/>
          </a:stretch>
        </p:blipFill>
        <p:spPr>
          <a:xfrm>
            <a:off x="4779025" y="644200"/>
            <a:ext cx="4040500" cy="4346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68"/>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88" name="Google Shape;788;p68"/>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89" name="Google Shape;789;p68"/>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90" name="Google Shape;790;p68"/>
          <p:cNvSpPr/>
          <p:nvPr/>
        </p:nvSpPr>
        <p:spPr>
          <a:xfrm>
            <a:off x="52787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791" name="Google Shape;791;p68"/>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p>
            <a:pPr indent="0" lvl="0" marL="0" rtl="0" algn="ctr">
              <a:lnSpc>
                <a:spcPct val="115000"/>
              </a:lnSpc>
              <a:spcBef>
                <a:spcPts val="0"/>
              </a:spcBef>
              <a:spcAft>
                <a:spcPts val="0"/>
              </a:spcAft>
              <a:buSzPts val="1200"/>
              <a:buNone/>
            </a:pPr>
            <a:r>
              <a:rPr lang="en"/>
              <a:t>Recommendations</a:t>
            </a:r>
            <a:endParaRPr/>
          </a:p>
        </p:txBody>
      </p:sp>
      <p:sp>
        <p:nvSpPr>
          <p:cNvPr id="792" name="Google Shape;792;p68"/>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p>
            <a:pPr indent="0" lvl="0" marL="0" rtl="0" algn="ctr">
              <a:lnSpc>
                <a:spcPct val="115000"/>
              </a:lnSpc>
              <a:spcBef>
                <a:spcPts val="0"/>
              </a:spcBef>
              <a:spcAft>
                <a:spcPts val="0"/>
              </a:spcAft>
              <a:buSzPts val="1200"/>
              <a:buNone/>
            </a:pPr>
            <a:r>
              <a:rPr lang="en"/>
              <a:t>Improvements</a:t>
            </a:r>
            <a:endParaRPr/>
          </a:p>
        </p:txBody>
      </p:sp>
      <p:sp>
        <p:nvSpPr>
          <p:cNvPr id="793" name="Google Shape;793;p68"/>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p>
            <a:pPr indent="0" lvl="0" marL="0" rtl="0" algn="l">
              <a:lnSpc>
                <a:spcPct val="115000"/>
              </a:lnSpc>
              <a:spcBef>
                <a:spcPts val="0"/>
              </a:spcBef>
              <a:spcAft>
                <a:spcPts val="0"/>
              </a:spcAft>
              <a:buSzPts val="1200"/>
              <a:buNone/>
            </a:pPr>
            <a:r>
              <a:rPr lang="en"/>
              <a:t>Validation</a:t>
            </a:r>
            <a:endParaRPr/>
          </a:p>
        </p:txBody>
      </p:sp>
      <p:sp>
        <p:nvSpPr>
          <p:cNvPr id="794" name="Google Shape;794;p68"/>
          <p:cNvSpPr txBox="1"/>
          <p:nvPr>
            <p:ph type="title"/>
          </p:nvPr>
        </p:nvSpPr>
        <p:spPr>
          <a:xfrm>
            <a:off x="5723951" y="131799"/>
            <a:ext cx="1440300" cy="3600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a:t>Approaches</a:t>
            </a:r>
            <a:endParaRPr/>
          </a:p>
        </p:txBody>
      </p:sp>
      <p:sp>
        <p:nvSpPr>
          <p:cNvPr id="795" name="Google Shape;795;p68"/>
          <p:cNvSpPr txBox="1"/>
          <p:nvPr/>
        </p:nvSpPr>
        <p:spPr>
          <a:xfrm>
            <a:off x="206475" y="757075"/>
            <a:ext cx="8583600" cy="41100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a:solidFill>
                  <a:schemeClr val="dk1"/>
                </a:solidFill>
                <a:latin typeface="Hanken Grotesk"/>
                <a:ea typeface="Hanken Grotesk"/>
                <a:cs typeface="Hanken Grotesk"/>
                <a:sym typeface="Hanken Grotesk"/>
              </a:rPr>
              <a:t>Stage 1 Approach: Allocation</a:t>
            </a:r>
            <a:endParaRPr>
              <a:solidFill>
                <a:schemeClr val="dk1"/>
              </a:solidFill>
              <a:latin typeface="Hanken Grotesk"/>
              <a:ea typeface="Hanken Grotesk"/>
              <a:cs typeface="Hanken Grotesk"/>
              <a:sym typeface="Hanken Grotesk"/>
            </a:endParaRPr>
          </a:p>
          <a:p>
            <a:pPr indent="-311150" lvl="0" marL="457200" rtl="0" algn="l">
              <a:lnSpc>
                <a:spcPct val="200000"/>
              </a:lnSpc>
              <a:spcBef>
                <a:spcPts val="0"/>
              </a:spcBef>
              <a:spcAft>
                <a:spcPts val="0"/>
              </a:spcAft>
              <a:buClr>
                <a:schemeClr val="dk1"/>
              </a:buClr>
              <a:buSzPts val="1300"/>
              <a:buFont typeface="Hanken Grotesk"/>
              <a:buChar char="●"/>
            </a:pPr>
            <a:r>
              <a:rPr lang="en" sz="1200">
                <a:solidFill>
                  <a:schemeClr val="dk1"/>
                </a:solidFill>
              </a:rPr>
              <a:t>Implemented a MILP allocation model that maximizes revenue while respecting all constraints, preventing over-allocation to early advertisers that could block potential later advertisers</a:t>
            </a:r>
            <a:endParaRPr sz="1200">
              <a:solidFill>
                <a:schemeClr val="dk1"/>
              </a:solidFill>
            </a:endParaRPr>
          </a:p>
          <a:p>
            <a:pPr indent="-304800" lvl="0" marL="457200" rtl="0" algn="l">
              <a:lnSpc>
                <a:spcPct val="200000"/>
              </a:lnSpc>
              <a:spcBef>
                <a:spcPts val="0"/>
              </a:spcBef>
              <a:spcAft>
                <a:spcPts val="0"/>
              </a:spcAft>
              <a:buClr>
                <a:schemeClr val="dk1"/>
              </a:buClr>
              <a:buSzPts val="1200"/>
              <a:buChar char="●"/>
            </a:pPr>
            <a:r>
              <a:rPr lang="en" sz="1200">
                <a:solidFill>
                  <a:schemeClr val="dk1"/>
                </a:solidFill>
              </a:rPr>
              <a:t>Key areas of improvement to target:</a:t>
            </a:r>
            <a:endParaRPr sz="1200">
              <a:solidFill>
                <a:schemeClr val="dk1"/>
              </a:solidFill>
            </a:endParaRPr>
          </a:p>
          <a:p>
            <a:pPr indent="-304800" lvl="0" marL="914400" rtl="0" algn="l">
              <a:lnSpc>
                <a:spcPct val="200000"/>
              </a:lnSpc>
              <a:spcBef>
                <a:spcPts val="0"/>
              </a:spcBef>
              <a:spcAft>
                <a:spcPts val="0"/>
              </a:spcAft>
              <a:buClr>
                <a:schemeClr val="dk1"/>
              </a:buClr>
              <a:buSzPts val="1200"/>
              <a:buAutoNum type="arabicPeriod"/>
            </a:pPr>
            <a:r>
              <a:rPr b="1" lang="en" sz="1200">
                <a:solidFill>
                  <a:schemeClr val="dk1"/>
                </a:solidFill>
              </a:rPr>
              <a:t>Impression Placement</a:t>
            </a:r>
            <a:endParaRPr b="1" sz="1200">
              <a:solidFill>
                <a:schemeClr val="dk1"/>
              </a:solidFill>
            </a:endParaRPr>
          </a:p>
          <a:p>
            <a:pPr indent="-304800" lvl="0" marL="1371600" rtl="0" algn="l">
              <a:lnSpc>
                <a:spcPct val="200000"/>
              </a:lnSpc>
              <a:spcBef>
                <a:spcPts val="0"/>
              </a:spcBef>
              <a:spcAft>
                <a:spcPts val="0"/>
              </a:spcAft>
              <a:buClr>
                <a:schemeClr val="dk1"/>
              </a:buClr>
              <a:buSzPts val="1200"/>
              <a:buChar char="-"/>
            </a:pPr>
            <a:r>
              <a:rPr lang="en" sz="1200">
                <a:solidFill>
                  <a:schemeClr val="dk1"/>
                </a:solidFill>
              </a:rPr>
              <a:t>Impression placement was incomplete</a:t>
            </a:r>
            <a:endParaRPr sz="1200">
              <a:solidFill>
                <a:schemeClr val="dk1"/>
              </a:solidFill>
            </a:endParaRPr>
          </a:p>
          <a:p>
            <a:pPr indent="-304800" lvl="1" marL="1828800" rtl="0" algn="l">
              <a:lnSpc>
                <a:spcPct val="200000"/>
              </a:lnSpc>
              <a:spcBef>
                <a:spcPts val="0"/>
              </a:spcBef>
              <a:spcAft>
                <a:spcPts val="0"/>
              </a:spcAft>
              <a:buClr>
                <a:schemeClr val="dk1"/>
              </a:buClr>
              <a:buSzPts val="1200"/>
              <a:buChar char="-"/>
            </a:pPr>
            <a:r>
              <a:rPr lang="en" sz="1200">
                <a:solidFill>
                  <a:schemeClr val="dk1"/>
                </a:solidFill>
              </a:rPr>
              <a:t>Only hit 96.6% of available impressions on the websites initially</a:t>
            </a:r>
            <a:endParaRPr sz="1200">
              <a:solidFill>
                <a:schemeClr val="dk1"/>
              </a:solidFill>
            </a:endParaRPr>
          </a:p>
          <a:p>
            <a:pPr indent="-304800" lvl="1" marL="1828800" rtl="0" algn="l">
              <a:lnSpc>
                <a:spcPct val="200000"/>
              </a:lnSpc>
              <a:spcBef>
                <a:spcPts val="0"/>
              </a:spcBef>
              <a:spcAft>
                <a:spcPts val="0"/>
              </a:spcAft>
              <a:buClr>
                <a:schemeClr val="dk1"/>
              </a:buClr>
              <a:buSzPts val="1200"/>
              <a:buChar char="-"/>
            </a:pPr>
            <a:r>
              <a:rPr lang="en" sz="1200">
                <a:solidFill>
                  <a:schemeClr val="dk1"/>
                </a:solidFill>
              </a:rPr>
              <a:t>Increased to 100% with optimized solution</a:t>
            </a:r>
            <a:endParaRPr sz="1200">
              <a:solidFill>
                <a:schemeClr val="dk1"/>
              </a:solidFill>
            </a:endParaRPr>
          </a:p>
          <a:p>
            <a:pPr indent="-304800" lvl="0" marL="914400" rtl="0" algn="l">
              <a:lnSpc>
                <a:spcPct val="200000"/>
              </a:lnSpc>
              <a:spcBef>
                <a:spcPts val="0"/>
              </a:spcBef>
              <a:spcAft>
                <a:spcPts val="0"/>
              </a:spcAft>
              <a:buClr>
                <a:schemeClr val="dk1"/>
              </a:buClr>
              <a:buSzPts val="1200"/>
              <a:buAutoNum type="arabicPeriod"/>
            </a:pPr>
            <a:r>
              <a:rPr b="1" lang="en" sz="1200">
                <a:solidFill>
                  <a:schemeClr val="dk1"/>
                </a:solidFill>
              </a:rPr>
              <a:t>Gross Revenue</a:t>
            </a:r>
            <a:endParaRPr b="1" sz="1200">
              <a:solidFill>
                <a:schemeClr val="dk1"/>
              </a:solidFill>
            </a:endParaRPr>
          </a:p>
          <a:p>
            <a:pPr indent="-304800" lvl="0" marL="1371600" rtl="0" algn="l">
              <a:lnSpc>
                <a:spcPct val="200000"/>
              </a:lnSpc>
              <a:spcBef>
                <a:spcPts val="0"/>
              </a:spcBef>
              <a:spcAft>
                <a:spcPts val="0"/>
              </a:spcAft>
              <a:buClr>
                <a:schemeClr val="dk1"/>
              </a:buClr>
              <a:buSzPts val="1200"/>
              <a:buFont typeface="Hanken Grotesk"/>
              <a:buChar char="-"/>
            </a:pPr>
            <a:r>
              <a:rPr lang="en" sz="1200">
                <a:solidFill>
                  <a:schemeClr val="dk1"/>
                </a:solidFill>
                <a:latin typeface="Hanken Grotesk"/>
                <a:ea typeface="Hanken Grotesk"/>
                <a:cs typeface="Hanken Grotesk"/>
                <a:sym typeface="Hanken Grotesk"/>
              </a:rPr>
              <a:t>With better impression allocation, gross </a:t>
            </a:r>
            <a:r>
              <a:rPr lang="en" sz="1200">
                <a:solidFill>
                  <a:schemeClr val="dk1"/>
                </a:solidFill>
                <a:latin typeface="Hanken Grotesk"/>
                <a:ea typeface="Hanken Grotesk"/>
                <a:cs typeface="Hanken Grotesk"/>
                <a:sym typeface="Hanken Grotesk"/>
              </a:rPr>
              <a:t>revenue</a:t>
            </a:r>
            <a:r>
              <a:rPr lang="en" sz="1200">
                <a:solidFill>
                  <a:schemeClr val="dk1"/>
                </a:solidFill>
                <a:latin typeface="Hanken Grotesk"/>
                <a:ea typeface="Hanken Grotesk"/>
                <a:cs typeface="Hanken Grotesk"/>
                <a:sym typeface="Hanken Grotesk"/>
              </a:rPr>
              <a:t> improved</a:t>
            </a:r>
            <a:endParaRPr sz="1200">
              <a:solidFill>
                <a:schemeClr val="dk1"/>
              </a:solidFill>
              <a:latin typeface="Hanken Grotesk"/>
              <a:ea typeface="Hanken Grotesk"/>
              <a:cs typeface="Hanken Grotesk"/>
              <a:sym typeface="Hanken Grotesk"/>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69"/>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801" name="Google Shape;801;p69"/>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802" name="Google Shape;802;p69"/>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803" name="Google Shape;803;p69"/>
          <p:cNvSpPr/>
          <p:nvPr/>
        </p:nvSpPr>
        <p:spPr>
          <a:xfrm>
            <a:off x="52787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804" name="Google Shape;804;p69"/>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p>
            <a:pPr indent="0" lvl="0" marL="0" rtl="0" algn="ctr">
              <a:lnSpc>
                <a:spcPct val="115000"/>
              </a:lnSpc>
              <a:spcBef>
                <a:spcPts val="0"/>
              </a:spcBef>
              <a:spcAft>
                <a:spcPts val="0"/>
              </a:spcAft>
              <a:buSzPts val="1200"/>
              <a:buNone/>
            </a:pPr>
            <a:r>
              <a:rPr lang="en"/>
              <a:t>Recommendations</a:t>
            </a:r>
            <a:endParaRPr/>
          </a:p>
        </p:txBody>
      </p:sp>
      <p:sp>
        <p:nvSpPr>
          <p:cNvPr id="805" name="Google Shape;805;p69"/>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p>
            <a:pPr indent="0" lvl="0" marL="0" rtl="0" algn="ctr">
              <a:lnSpc>
                <a:spcPct val="115000"/>
              </a:lnSpc>
              <a:spcBef>
                <a:spcPts val="0"/>
              </a:spcBef>
              <a:spcAft>
                <a:spcPts val="0"/>
              </a:spcAft>
              <a:buSzPts val="1200"/>
              <a:buNone/>
            </a:pPr>
            <a:r>
              <a:rPr lang="en"/>
              <a:t>Improvements</a:t>
            </a:r>
            <a:endParaRPr/>
          </a:p>
        </p:txBody>
      </p:sp>
      <p:sp>
        <p:nvSpPr>
          <p:cNvPr id="806" name="Google Shape;806;p69"/>
          <p:cNvSpPr txBox="1"/>
          <p:nvPr>
            <p:ph idx="3" type="subTitle"/>
          </p:nvPr>
        </p:nvSpPr>
        <p:spPr>
          <a:xfrm>
            <a:off x="4480550" y="131800"/>
            <a:ext cx="1440000" cy="360000"/>
          </a:xfrm>
          <a:prstGeom prst="rect">
            <a:avLst/>
          </a:prstGeom>
        </p:spPr>
        <p:txBody>
          <a:bodyPr anchorCtr="0" anchor="ctr" bIns="0" lIns="91425" spcFirstLastPara="1" rIns="91425" wrap="square" tIns="0">
            <a:normAutofit/>
          </a:bodyPr>
          <a:lstStyle/>
          <a:p>
            <a:pPr indent="0" lvl="0" marL="0" rtl="0" algn="l">
              <a:lnSpc>
                <a:spcPct val="115000"/>
              </a:lnSpc>
              <a:spcBef>
                <a:spcPts val="0"/>
              </a:spcBef>
              <a:spcAft>
                <a:spcPts val="0"/>
              </a:spcAft>
              <a:buSzPts val="1200"/>
              <a:buNone/>
            </a:pPr>
            <a:r>
              <a:rPr lang="en"/>
              <a:t>Validation</a:t>
            </a:r>
            <a:endParaRPr/>
          </a:p>
        </p:txBody>
      </p:sp>
      <p:sp>
        <p:nvSpPr>
          <p:cNvPr id="807" name="Google Shape;807;p69"/>
          <p:cNvSpPr txBox="1"/>
          <p:nvPr>
            <p:ph type="title"/>
          </p:nvPr>
        </p:nvSpPr>
        <p:spPr>
          <a:xfrm>
            <a:off x="5723951" y="131799"/>
            <a:ext cx="1440300" cy="360000"/>
          </a:xfrm>
          <a:prstGeom prst="rect">
            <a:avLst/>
          </a:prstGeom>
        </p:spPr>
        <p:txBody>
          <a:bodyPr anchorCtr="0" anchor="ctr" bIns="0" lIns="91425" spcFirstLastPara="1" rIns="91425" wrap="square" tIns="0">
            <a:normAutofit/>
          </a:bodyPr>
          <a:lstStyle/>
          <a:p>
            <a:pPr indent="0" lvl="0" marL="0" rtl="0" algn="ctr">
              <a:lnSpc>
                <a:spcPct val="100000"/>
              </a:lnSpc>
              <a:spcBef>
                <a:spcPts val="0"/>
              </a:spcBef>
              <a:spcAft>
                <a:spcPts val="0"/>
              </a:spcAft>
              <a:buSzPts val="1200"/>
              <a:buNone/>
            </a:pPr>
            <a:r>
              <a:rPr lang="en"/>
              <a:t>Approaches</a:t>
            </a:r>
            <a:endParaRPr/>
          </a:p>
        </p:txBody>
      </p:sp>
      <p:sp>
        <p:nvSpPr>
          <p:cNvPr id="808" name="Google Shape;808;p69"/>
          <p:cNvSpPr txBox="1"/>
          <p:nvPr/>
        </p:nvSpPr>
        <p:spPr>
          <a:xfrm>
            <a:off x="206475" y="658750"/>
            <a:ext cx="8583600" cy="41100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a:solidFill>
                  <a:schemeClr val="dk1"/>
                </a:solidFill>
                <a:latin typeface="Hanken Grotesk"/>
                <a:ea typeface="Hanken Grotesk"/>
                <a:cs typeface="Hanken Grotesk"/>
                <a:sym typeface="Hanken Grotesk"/>
              </a:rPr>
              <a:t>Stage 2 Approach: Order</a:t>
            </a:r>
            <a:endParaRPr>
              <a:solidFill>
                <a:schemeClr val="dk1"/>
              </a:solidFill>
              <a:latin typeface="Hanken Grotesk"/>
              <a:ea typeface="Hanken Grotesk"/>
              <a:cs typeface="Hanken Grotesk"/>
              <a:sym typeface="Hanken Grotesk"/>
            </a:endParaRPr>
          </a:p>
          <a:p>
            <a:pPr indent="-317500" lvl="0" marL="457200" rtl="0" algn="l">
              <a:lnSpc>
                <a:spcPct val="200000"/>
              </a:lnSpc>
              <a:spcBef>
                <a:spcPts val="0"/>
              </a:spcBef>
              <a:spcAft>
                <a:spcPts val="0"/>
              </a:spcAft>
              <a:buClr>
                <a:schemeClr val="dk1"/>
              </a:buClr>
              <a:buSzPts val="1400"/>
              <a:buFont typeface="Hanken Grotesk"/>
              <a:buChar char="●"/>
            </a:pPr>
            <a:r>
              <a:rPr lang="en" sz="1300">
                <a:solidFill>
                  <a:schemeClr val="dk1"/>
                </a:solidFill>
              </a:rPr>
              <a:t>Implemented a search model model that generated valid advertiser sequences however because Adstreams </a:t>
            </a:r>
            <a:r>
              <a:rPr lang="en" sz="1300">
                <a:solidFill>
                  <a:schemeClr val="dk1"/>
                </a:solidFill>
              </a:rPr>
              <a:t>penalties</a:t>
            </a:r>
            <a:r>
              <a:rPr lang="en" sz="1300">
                <a:solidFill>
                  <a:schemeClr val="dk1"/>
                </a:solidFill>
              </a:rPr>
              <a:t> are applied on an “all or nothing” basis, we still have a substantial number of sites with violations despite </a:t>
            </a:r>
            <a:r>
              <a:rPr lang="en" sz="1300">
                <a:solidFill>
                  <a:schemeClr val="dk1"/>
                </a:solidFill>
              </a:rPr>
              <a:t>reducing</a:t>
            </a:r>
            <a:r>
              <a:rPr lang="en" sz="1300">
                <a:solidFill>
                  <a:schemeClr val="dk1"/>
                </a:solidFill>
              </a:rPr>
              <a:t> </a:t>
            </a:r>
            <a:r>
              <a:rPr lang="en" sz="1300">
                <a:solidFill>
                  <a:schemeClr val="dk1"/>
                </a:solidFill>
              </a:rPr>
              <a:t>competitor adjacencies.</a:t>
            </a:r>
            <a:endParaRPr sz="1300">
              <a:solidFill>
                <a:schemeClr val="dk1"/>
              </a:solidFill>
            </a:endParaRPr>
          </a:p>
          <a:p>
            <a:pPr indent="-317500" lvl="0" marL="457200" rtl="0" algn="l">
              <a:lnSpc>
                <a:spcPct val="200000"/>
              </a:lnSpc>
              <a:spcBef>
                <a:spcPts val="0"/>
              </a:spcBef>
              <a:spcAft>
                <a:spcPts val="0"/>
              </a:spcAft>
              <a:buClr>
                <a:schemeClr val="dk1"/>
              </a:buClr>
              <a:buSzPts val="1400"/>
              <a:buFont typeface="Hanken Grotesk"/>
              <a:buChar char="●"/>
            </a:pPr>
            <a:r>
              <a:rPr lang="en" sz="1300">
                <a:solidFill>
                  <a:schemeClr val="dk1"/>
                </a:solidFill>
              </a:rPr>
              <a:t>Overall, the increase in gross revenue offsets the remaining fines, resulting in a substantial improvement in net revenue</a:t>
            </a:r>
            <a:endParaRPr sz="1300">
              <a:solidFill>
                <a:schemeClr val="dk1"/>
              </a:solidFill>
            </a:endParaRPr>
          </a:p>
          <a:p>
            <a:pPr indent="-311150" lvl="0" marL="457200" rtl="0" algn="l">
              <a:lnSpc>
                <a:spcPct val="200000"/>
              </a:lnSpc>
              <a:spcBef>
                <a:spcPts val="0"/>
              </a:spcBef>
              <a:spcAft>
                <a:spcPts val="0"/>
              </a:spcAft>
              <a:buClr>
                <a:schemeClr val="dk1"/>
              </a:buClr>
              <a:buSzPts val="1300"/>
              <a:buChar char="●"/>
            </a:pPr>
            <a:r>
              <a:rPr lang="en" sz="1300">
                <a:solidFill>
                  <a:schemeClr val="dk1"/>
                </a:solidFill>
              </a:rPr>
              <a:t>Key business requirements:</a:t>
            </a:r>
            <a:endParaRPr sz="1300">
              <a:solidFill>
                <a:schemeClr val="dk1"/>
              </a:solidFill>
            </a:endParaRPr>
          </a:p>
          <a:p>
            <a:pPr indent="-311150" lvl="1" marL="914400" rtl="0" algn="l">
              <a:lnSpc>
                <a:spcPct val="200000"/>
              </a:lnSpc>
              <a:spcBef>
                <a:spcPts val="0"/>
              </a:spcBef>
              <a:spcAft>
                <a:spcPts val="0"/>
              </a:spcAft>
              <a:buClr>
                <a:schemeClr val="dk1"/>
              </a:buClr>
              <a:buSzPts val="1300"/>
              <a:buChar char="○"/>
            </a:pPr>
            <a:r>
              <a:rPr lang="en" sz="1300">
                <a:solidFill>
                  <a:schemeClr val="dk1"/>
                </a:solidFill>
              </a:rPr>
              <a:t>Competitors must be </a:t>
            </a:r>
            <a:r>
              <a:rPr b="1" lang="en" sz="1300">
                <a:solidFill>
                  <a:schemeClr val="dk1"/>
                </a:solidFill>
              </a:rPr>
              <a:t>≥2 positions apart</a:t>
            </a:r>
            <a:r>
              <a:rPr lang="en" sz="1300">
                <a:solidFill>
                  <a:schemeClr val="dk1"/>
                </a:solidFill>
              </a:rPr>
              <a:t> in the sequence</a:t>
            </a:r>
            <a:endParaRPr sz="1300">
              <a:solidFill>
                <a:schemeClr val="dk1"/>
              </a:solidFill>
            </a:endParaRPr>
          </a:p>
          <a:p>
            <a:pPr indent="-311150" lvl="1" marL="914400" rtl="0" algn="l">
              <a:lnSpc>
                <a:spcPct val="200000"/>
              </a:lnSpc>
              <a:spcBef>
                <a:spcPts val="0"/>
              </a:spcBef>
              <a:spcAft>
                <a:spcPts val="0"/>
              </a:spcAft>
              <a:buClr>
                <a:schemeClr val="dk1"/>
              </a:buClr>
              <a:buSzPts val="1300"/>
              <a:buChar char="○"/>
            </a:pPr>
            <a:r>
              <a:rPr lang="en" sz="1300">
                <a:solidFill>
                  <a:schemeClr val="dk1"/>
                </a:solidFill>
              </a:rPr>
              <a:t>Find </a:t>
            </a:r>
            <a:r>
              <a:rPr b="1" lang="en" sz="1300">
                <a:solidFill>
                  <a:schemeClr val="dk1"/>
                </a:solidFill>
              </a:rPr>
              <a:t>any valid ordering</a:t>
            </a:r>
            <a:r>
              <a:rPr lang="en" sz="1300">
                <a:solidFill>
                  <a:schemeClr val="dk1"/>
                </a:solidFill>
              </a:rPr>
              <a:t> that satisfies spacing constraints</a:t>
            </a:r>
            <a:endParaRPr sz="1300">
              <a:solidFill>
                <a:schemeClr val="dk1"/>
              </a:solidFill>
            </a:endParaRPr>
          </a:p>
          <a:p>
            <a:pPr indent="-311150" lvl="1" marL="914400" rtl="0" algn="l">
              <a:lnSpc>
                <a:spcPct val="200000"/>
              </a:lnSpc>
              <a:spcBef>
                <a:spcPts val="0"/>
              </a:spcBef>
              <a:spcAft>
                <a:spcPts val="0"/>
              </a:spcAft>
              <a:buClr>
                <a:schemeClr val="dk1"/>
              </a:buClr>
              <a:buSzPts val="1300"/>
              <a:buChar char="○"/>
            </a:pPr>
            <a:r>
              <a:rPr lang="en" sz="1300">
                <a:solidFill>
                  <a:schemeClr val="dk1"/>
                </a:solidFill>
              </a:rPr>
              <a:t>If no valid ordering exists for a website, </a:t>
            </a:r>
            <a:r>
              <a:rPr b="1" lang="en" sz="1300">
                <a:solidFill>
                  <a:schemeClr val="dk1"/>
                </a:solidFill>
              </a:rPr>
              <a:t>use fallback approach</a:t>
            </a:r>
            <a:endParaRPr b="1" sz="1300">
              <a:solidFill>
                <a:schemeClr val="dk1"/>
              </a:solidFill>
            </a:endParaRPr>
          </a:p>
          <a:p>
            <a:pPr indent="-311150" lvl="1" marL="914400" rtl="0" algn="l">
              <a:lnSpc>
                <a:spcPct val="200000"/>
              </a:lnSpc>
              <a:spcBef>
                <a:spcPts val="0"/>
              </a:spcBef>
              <a:spcAft>
                <a:spcPts val="0"/>
              </a:spcAft>
              <a:buClr>
                <a:schemeClr val="dk1"/>
              </a:buClr>
              <a:buSzPts val="1300"/>
              <a:buChar char="○"/>
            </a:pPr>
            <a:r>
              <a:rPr lang="en" sz="1300">
                <a:solidFill>
                  <a:schemeClr val="dk1"/>
                </a:solidFill>
              </a:rPr>
              <a:t>Each </a:t>
            </a:r>
            <a:r>
              <a:rPr lang="en" sz="1300">
                <a:solidFill>
                  <a:schemeClr val="dk1"/>
                </a:solidFill>
              </a:rPr>
              <a:t>website</a:t>
            </a:r>
            <a:r>
              <a:rPr lang="en" sz="1300">
                <a:solidFill>
                  <a:schemeClr val="dk1"/>
                </a:solidFill>
              </a:rPr>
              <a:t> is </a:t>
            </a:r>
            <a:r>
              <a:rPr b="1" lang="en" sz="1300">
                <a:solidFill>
                  <a:schemeClr val="dk1"/>
                </a:solidFill>
              </a:rPr>
              <a:t>solved independently</a:t>
            </a:r>
            <a:endParaRPr b="1" sz="1300">
              <a:solidFill>
                <a:schemeClr val="dk1"/>
              </a:solidFill>
            </a:endParaRPr>
          </a:p>
          <a:p>
            <a:pPr indent="0" lvl="0" marL="0" rtl="0" algn="l">
              <a:lnSpc>
                <a:spcPct val="200000"/>
              </a:lnSpc>
              <a:spcBef>
                <a:spcPts val="0"/>
              </a:spcBef>
              <a:spcAft>
                <a:spcPts val="0"/>
              </a:spcAft>
              <a:buNone/>
            </a:pPr>
            <a:r>
              <a:t/>
            </a:r>
            <a:endParaRPr sz="1200">
              <a:solidFill>
                <a:schemeClr val="dk1"/>
              </a:solidFill>
              <a:latin typeface="Hanken Grotesk"/>
              <a:ea typeface="Hanken Grotesk"/>
              <a:cs typeface="Hanken Grotesk"/>
              <a:sym typeface="Hanken Grotesk"/>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grpSp>
        <p:nvGrpSpPr>
          <p:cNvPr id="813" name="Google Shape;813;p70"/>
          <p:cNvGrpSpPr/>
          <p:nvPr/>
        </p:nvGrpSpPr>
        <p:grpSpPr>
          <a:xfrm>
            <a:off x="238136" y="546847"/>
            <a:ext cx="2887381" cy="450006"/>
            <a:chOff x="205180" y="255349"/>
            <a:chExt cx="3948825" cy="616447"/>
          </a:xfrm>
        </p:grpSpPr>
        <p:grpSp>
          <p:nvGrpSpPr>
            <p:cNvPr id="814" name="Google Shape;814;p70"/>
            <p:cNvGrpSpPr/>
            <p:nvPr/>
          </p:nvGrpSpPr>
          <p:grpSpPr>
            <a:xfrm>
              <a:off x="205180" y="255349"/>
              <a:ext cx="900000" cy="616447"/>
              <a:chOff x="-1694195" y="1469582"/>
              <a:chExt cx="1440000" cy="981916"/>
            </a:xfrm>
          </p:grpSpPr>
          <p:sp>
            <p:nvSpPr>
              <p:cNvPr id="815" name="Google Shape;815;p70"/>
              <p:cNvSpPr/>
              <p:nvPr/>
            </p:nvSpPr>
            <p:spPr>
              <a:xfrm rot="5400000">
                <a:off x="-1417745" y="1287948"/>
                <a:ext cx="887100" cy="1440000"/>
              </a:xfrm>
              <a:prstGeom prst="roundRect">
                <a:avLst>
                  <a:gd fmla="val 592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pic>
            <p:nvPicPr>
              <p:cNvPr id="816" name="Google Shape;816;p70"/>
              <p:cNvPicPr preferRelativeResize="0"/>
              <p:nvPr/>
            </p:nvPicPr>
            <p:blipFill rotWithShape="1">
              <a:blip r:embed="rId3">
                <a:alphaModFix/>
              </a:blip>
              <a:srcRect b="0" l="1700" r="1710" t="0"/>
              <a:stretch/>
            </p:blipFill>
            <p:spPr>
              <a:xfrm>
                <a:off x="-1605961" y="1469582"/>
                <a:ext cx="581984" cy="96786"/>
              </a:xfrm>
              <a:prstGeom prst="rect">
                <a:avLst/>
              </a:prstGeom>
              <a:noFill/>
              <a:ln>
                <a:noFill/>
              </a:ln>
            </p:spPr>
          </p:pic>
        </p:grpSp>
        <p:grpSp>
          <p:nvGrpSpPr>
            <p:cNvPr id="817" name="Google Shape;817;p70"/>
            <p:cNvGrpSpPr/>
            <p:nvPr/>
          </p:nvGrpSpPr>
          <p:grpSpPr>
            <a:xfrm>
              <a:off x="2237730" y="255361"/>
              <a:ext cx="900000" cy="616326"/>
              <a:chOff x="2237730" y="255361"/>
              <a:chExt cx="900000" cy="616326"/>
            </a:xfrm>
          </p:grpSpPr>
          <p:pic>
            <p:nvPicPr>
              <p:cNvPr id="818" name="Google Shape;818;p70"/>
              <p:cNvPicPr preferRelativeResize="0"/>
              <p:nvPr/>
            </p:nvPicPr>
            <p:blipFill rotWithShape="1">
              <a:blip r:embed="rId4">
                <a:alphaModFix/>
              </a:blip>
              <a:srcRect b="0" l="2080" r="2089" t="0"/>
              <a:stretch/>
            </p:blipFill>
            <p:spPr>
              <a:xfrm>
                <a:off x="2292876" y="255361"/>
                <a:ext cx="363742" cy="60762"/>
              </a:xfrm>
              <a:prstGeom prst="rect">
                <a:avLst/>
              </a:prstGeom>
              <a:noFill/>
              <a:ln>
                <a:noFill/>
              </a:ln>
            </p:spPr>
          </p:pic>
          <p:sp>
            <p:nvSpPr>
              <p:cNvPr id="819" name="Google Shape;819;p70"/>
              <p:cNvSpPr/>
              <p:nvPr/>
            </p:nvSpPr>
            <p:spPr>
              <a:xfrm rot="5400000">
                <a:off x="2409330" y="143287"/>
                <a:ext cx="556800" cy="900000"/>
              </a:xfrm>
              <a:prstGeom prst="roundRect">
                <a:avLst>
                  <a:gd fmla="val 5925"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820" name="Google Shape;820;p70"/>
            <p:cNvGrpSpPr/>
            <p:nvPr/>
          </p:nvGrpSpPr>
          <p:grpSpPr>
            <a:xfrm>
              <a:off x="1221455" y="255349"/>
              <a:ext cx="900000" cy="616325"/>
              <a:chOff x="1221455" y="255349"/>
              <a:chExt cx="900000" cy="616325"/>
            </a:xfrm>
          </p:grpSpPr>
          <p:pic>
            <p:nvPicPr>
              <p:cNvPr id="821" name="Google Shape;821;p70"/>
              <p:cNvPicPr preferRelativeResize="0"/>
              <p:nvPr/>
            </p:nvPicPr>
            <p:blipFill rotWithShape="1">
              <a:blip r:embed="rId5">
                <a:alphaModFix/>
              </a:blip>
              <a:srcRect b="0" l="1923" r="1914" t="0"/>
              <a:stretch/>
            </p:blipFill>
            <p:spPr>
              <a:xfrm>
                <a:off x="1276601" y="255349"/>
                <a:ext cx="363742" cy="60762"/>
              </a:xfrm>
              <a:prstGeom prst="rect">
                <a:avLst/>
              </a:prstGeom>
              <a:noFill/>
              <a:ln>
                <a:noFill/>
              </a:ln>
            </p:spPr>
          </p:pic>
          <p:sp>
            <p:nvSpPr>
              <p:cNvPr id="822" name="Google Shape;822;p70"/>
              <p:cNvSpPr/>
              <p:nvPr/>
            </p:nvSpPr>
            <p:spPr>
              <a:xfrm rot="5400000">
                <a:off x="1393055" y="143274"/>
                <a:ext cx="556800" cy="900000"/>
              </a:xfrm>
              <a:prstGeom prst="roundRect">
                <a:avLst>
                  <a:gd fmla="val 5925"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823" name="Google Shape;823;p70"/>
            <p:cNvGrpSpPr/>
            <p:nvPr/>
          </p:nvGrpSpPr>
          <p:grpSpPr>
            <a:xfrm>
              <a:off x="3254005" y="255361"/>
              <a:ext cx="900000" cy="616326"/>
              <a:chOff x="3254005" y="255361"/>
              <a:chExt cx="900000" cy="616326"/>
            </a:xfrm>
          </p:grpSpPr>
          <p:sp>
            <p:nvSpPr>
              <p:cNvPr id="824" name="Google Shape;824;p70"/>
              <p:cNvSpPr/>
              <p:nvPr/>
            </p:nvSpPr>
            <p:spPr>
              <a:xfrm rot="5400000">
                <a:off x="3425605" y="143287"/>
                <a:ext cx="556800" cy="900000"/>
              </a:xfrm>
              <a:prstGeom prst="roundRect">
                <a:avLst>
                  <a:gd fmla="val 5925"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pic>
            <p:nvPicPr>
              <p:cNvPr id="825" name="Google Shape;825;p70"/>
              <p:cNvPicPr preferRelativeResize="0"/>
              <p:nvPr/>
            </p:nvPicPr>
            <p:blipFill rotWithShape="1">
              <a:blip r:embed="rId6">
                <a:alphaModFix/>
              </a:blip>
              <a:srcRect b="0" l="1923" r="1914" t="0"/>
              <a:stretch/>
            </p:blipFill>
            <p:spPr>
              <a:xfrm>
                <a:off x="3309151" y="255361"/>
                <a:ext cx="363742" cy="60762"/>
              </a:xfrm>
              <a:prstGeom prst="rect">
                <a:avLst/>
              </a:prstGeom>
              <a:noFill/>
              <a:ln>
                <a:noFill/>
              </a:ln>
            </p:spPr>
          </p:pic>
        </p:grpSp>
      </p:grpSp>
      <p:sp>
        <p:nvSpPr>
          <p:cNvPr id="826" name="Google Shape;826;p70"/>
          <p:cNvSpPr txBox="1"/>
          <p:nvPr>
            <p:ph idx="1" type="subTitle"/>
          </p:nvPr>
        </p:nvSpPr>
        <p:spPr>
          <a:xfrm>
            <a:off x="0" y="129375"/>
            <a:ext cx="3162300" cy="356400"/>
          </a:xfrm>
          <a:prstGeom prst="rect">
            <a:avLst/>
          </a:prstGeom>
        </p:spPr>
        <p:txBody>
          <a:bodyPr anchorCtr="0" anchor="ctr" bIns="0" lIns="0" spcFirstLastPara="1" rIns="0" wrap="square" tIns="0">
            <a:normAutofit/>
          </a:bodyPr>
          <a:lstStyle/>
          <a:p>
            <a:pPr indent="0" lvl="0" marL="0" rtl="0" algn="ctr">
              <a:lnSpc>
                <a:spcPct val="100000"/>
              </a:lnSpc>
              <a:spcBef>
                <a:spcPts val="0"/>
              </a:spcBef>
              <a:spcAft>
                <a:spcPts val="0"/>
              </a:spcAft>
              <a:buSzPts val="1200"/>
              <a:buNone/>
            </a:pPr>
            <a:r>
              <a:rPr b="0" lang="en" sz="1200"/>
              <a:t>Possible Improvements / Next Steps</a:t>
            </a:r>
            <a:endParaRPr b="0" sz="1200"/>
          </a:p>
        </p:txBody>
      </p:sp>
      <p:sp>
        <p:nvSpPr>
          <p:cNvPr id="827" name="Google Shape;827;p70"/>
          <p:cNvSpPr txBox="1"/>
          <p:nvPr/>
        </p:nvSpPr>
        <p:spPr>
          <a:xfrm>
            <a:off x="238125" y="1057925"/>
            <a:ext cx="8687400" cy="351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600">
                <a:solidFill>
                  <a:schemeClr val="dk1"/>
                </a:solidFill>
                <a:latin typeface="Hanken Grotesk"/>
                <a:ea typeface="Hanken Grotesk"/>
                <a:cs typeface="Hanken Grotesk"/>
                <a:sym typeface="Hanken Grotesk"/>
              </a:rPr>
              <a:t>Deeper brand-safety optimization:</a:t>
            </a:r>
            <a:endParaRPr b="1" sz="1600">
              <a:solidFill>
                <a:schemeClr val="dk1"/>
              </a:solidFill>
              <a:latin typeface="Hanken Grotesk"/>
              <a:ea typeface="Hanken Grotesk"/>
              <a:cs typeface="Hanken Grotesk"/>
              <a:sym typeface="Hanken Grotesk"/>
            </a:endParaRPr>
          </a:p>
          <a:p>
            <a:pPr indent="0" lvl="0" marL="0" rtl="0" algn="l">
              <a:lnSpc>
                <a:spcPct val="100000"/>
              </a:lnSpc>
              <a:spcBef>
                <a:spcPts val="0"/>
              </a:spcBef>
              <a:spcAft>
                <a:spcPts val="0"/>
              </a:spcAft>
              <a:buNone/>
            </a:pPr>
            <a:r>
              <a:rPr lang="en" sz="1200">
                <a:solidFill>
                  <a:schemeClr val="dk1"/>
                </a:solidFill>
                <a:latin typeface="Hanken Grotesk"/>
                <a:ea typeface="Hanken Grotesk"/>
                <a:cs typeface="Hanken Grotesk"/>
                <a:sym typeface="Hanken Grotesk"/>
              </a:rPr>
              <a:t>Further reduction of brand-</a:t>
            </a:r>
            <a:r>
              <a:rPr lang="en" sz="1200">
                <a:solidFill>
                  <a:schemeClr val="dk1"/>
                </a:solidFill>
                <a:latin typeface="Hanken Grotesk"/>
                <a:ea typeface="Hanken Grotesk"/>
                <a:cs typeface="Hanken Grotesk"/>
                <a:sym typeface="Hanken Grotesk"/>
              </a:rPr>
              <a:t>safety</a:t>
            </a:r>
            <a:r>
              <a:rPr lang="en" sz="1200">
                <a:solidFill>
                  <a:schemeClr val="dk1"/>
                </a:solidFill>
                <a:latin typeface="Hanken Grotesk"/>
                <a:ea typeface="Hanken Grotesk"/>
                <a:cs typeface="Hanken Grotesk"/>
                <a:sym typeface="Hanken Grotesk"/>
              </a:rPr>
              <a:t> fines would be </a:t>
            </a:r>
            <a:r>
              <a:rPr lang="en" sz="1200">
                <a:solidFill>
                  <a:schemeClr val="dk1"/>
                </a:solidFill>
                <a:latin typeface="Hanken Grotesk"/>
                <a:ea typeface="Hanken Grotesk"/>
                <a:cs typeface="Hanken Grotesk"/>
                <a:sym typeface="Hanken Grotesk"/>
              </a:rPr>
              <a:t>hypothetically</a:t>
            </a:r>
            <a:r>
              <a:rPr lang="en" sz="1200">
                <a:solidFill>
                  <a:schemeClr val="dk1"/>
                </a:solidFill>
                <a:latin typeface="Hanken Grotesk"/>
                <a:ea typeface="Hanken Grotesk"/>
                <a:cs typeface="Hanken Grotesk"/>
                <a:sym typeface="Hanken Grotesk"/>
              </a:rPr>
              <a:t> possible through adding stronger constraints into the MILP but they would greatly increase model complexity and runtime for likely negligible </a:t>
            </a:r>
            <a:r>
              <a:rPr lang="en" sz="1200">
                <a:solidFill>
                  <a:schemeClr val="dk1"/>
                </a:solidFill>
                <a:latin typeface="Hanken Grotesk"/>
                <a:ea typeface="Hanken Grotesk"/>
                <a:cs typeface="Hanken Grotesk"/>
                <a:sym typeface="Hanken Grotesk"/>
              </a:rPr>
              <a:t>benefit</a:t>
            </a:r>
            <a:r>
              <a:rPr lang="en" sz="1200">
                <a:solidFill>
                  <a:schemeClr val="dk1"/>
                </a:solidFill>
                <a:latin typeface="Hanken Grotesk"/>
                <a:ea typeface="Hanken Grotesk"/>
                <a:cs typeface="Hanken Grotesk"/>
                <a:sym typeface="Hanken Grotesk"/>
              </a:rPr>
              <a:t> in revenue.</a:t>
            </a:r>
            <a:endParaRPr sz="1200">
              <a:solidFill>
                <a:schemeClr val="dk1"/>
              </a:solidFill>
              <a:latin typeface="Hanken Grotesk"/>
              <a:ea typeface="Hanken Grotesk"/>
              <a:cs typeface="Hanken Grotesk"/>
              <a:sym typeface="Hanken Grotesk"/>
            </a:endParaRPr>
          </a:p>
          <a:p>
            <a:pPr indent="0" lvl="0" marL="0" rtl="0" algn="l">
              <a:lnSpc>
                <a:spcPct val="100000"/>
              </a:lnSpc>
              <a:spcBef>
                <a:spcPts val="0"/>
              </a:spcBef>
              <a:spcAft>
                <a:spcPts val="0"/>
              </a:spcAft>
              <a:buNone/>
            </a:pPr>
            <a:r>
              <a:t/>
            </a:r>
            <a:endParaRPr sz="1200">
              <a:solidFill>
                <a:schemeClr val="dk1"/>
              </a:solidFill>
              <a:latin typeface="Hanken Grotesk"/>
              <a:ea typeface="Hanken Grotesk"/>
              <a:cs typeface="Hanken Grotesk"/>
              <a:sym typeface="Hanken Grotesk"/>
            </a:endParaRPr>
          </a:p>
          <a:p>
            <a:pPr indent="0" lvl="0" marL="0" rtl="0" algn="l">
              <a:lnSpc>
                <a:spcPct val="100000"/>
              </a:lnSpc>
              <a:spcBef>
                <a:spcPts val="0"/>
              </a:spcBef>
              <a:spcAft>
                <a:spcPts val="0"/>
              </a:spcAft>
              <a:buNone/>
            </a:pPr>
            <a:r>
              <a:rPr b="1" lang="en" sz="1600">
                <a:solidFill>
                  <a:schemeClr val="dk1"/>
                </a:solidFill>
                <a:latin typeface="Hanken Grotesk"/>
                <a:ea typeface="Hanken Grotesk"/>
                <a:cs typeface="Hanken Grotesk"/>
                <a:sym typeface="Hanken Grotesk"/>
              </a:rPr>
              <a:t>Clarify latency requirements:</a:t>
            </a:r>
            <a:endParaRPr b="1" sz="1600">
              <a:solidFill>
                <a:schemeClr val="dk1"/>
              </a:solidFill>
              <a:latin typeface="Hanken Grotesk"/>
              <a:ea typeface="Hanken Grotesk"/>
              <a:cs typeface="Hanken Grotesk"/>
              <a:sym typeface="Hanken Grotesk"/>
            </a:endParaRPr>
          </a:p>
          <a:p>
            <a:pPr indent="0" lvl="0" marL="0" rtl="0" algn="l">
              <a:lnSpc>
                <a:spcPct val="100000"/>
              </a:lnSpc>
              <a:spcBef>
                <a:spcPts val="0"/>
              </a:spcBef>
              <a:spcAft>
                <a:spcPts val="0"/>
              </a:spcAft>
              <a:buNone/>
            </a:pPr>
            <a:r>
              <a:rPr lang="en" sz="1200">
                <a:solidFill>
                  <a:schemeClr val="dk1"/>
                </a:solidFill>
                <a:latin typeface="Hanken Grotesk"/>
                <a:ea typeface="Hanken Grotesk"/>
                <a:cs typeface="Hanken Grotesk"/>
                <a:sym typeface="Hanken Grotesk"/>
              </a:rPr>
              <a:t>Right now the model has a runtime of a few seconds so we would like to ask a member of the Adstream Engineering team what kind of speed they are expecting the program to run with (seconds, minutes… ?)</a:t>
            </a:r>
            <a:endParaRPr sz="1200">
              <a:solidFill>
                <a:schemeClr val="dk1"/>
              </a:solidFill>
              <a:latin typeface="Hanken Grotesk"/>
              <a:ea typeface="Hanken Grotesk"/>
              <a:cs typeface="Hanken Grotesk"/>
              <a:sym typeface="Hanken Grotesk"/>
            </a:endParaRPr>
          </a:p>
          <a:p>
            <a:pPr indent="0" lvl="0" marL="0" rtl="0" algn="l">
              <a:lnSpc>
                <a:spcPct val="100000"/>
              </a:lnSpc>
              <a:spcBef>
                <a:spcPts val="0"/>
              </a:spcBef>
              <a:spcAft>
                <a:spcPts val="0"/>
              </a:spcAft>
              <a:buNone/>
            </a:pPr>
            <a:r>
              <a:t/>
            </a:r>
            <a:endParaRPr sz="1600">
              <a:solidFill>
                <a:schemeClr val="dk1"/>
              </a:solidFill>
              <a:latin typeface="Hanken Grotesk"/>
              <a:ea typeface="Hanken Grotesk"/>
              <a:cs typeface="Hanken Grotesk"/>
              <a:sym typeface="Hanken Grotesk"/>
            </a:endParaRPr>
          </a:p>
          <a:p>
            <a:pPr indent="0" lvl="0" marL="0" rtl="0" algn="l">
              <a:lnSpc>
                <a:spcPct val="100000"/>
              </a:lnSpc>
              <a:spcBef>
                <a:spcPts val="0"/>
              </a:spcBef>
              <a:spcAft>
                <a:spcPts val="0"/>
              </a:spcAft>
              <a:buNone/>
            </a:pPr>
            <a:r>
              <a:rPr b="1" lang="en" sz="1600">
                <a:solidFill>
                  <a:schemeClr val="dk1"/>
                </a:solidFill>
                <a:latin typeface="Hanken Grotesk"/>
                <a:ea typeface="Hanken Grotesk"/>
                <a:cs typeface="Hanken Grotesk"/>
                <a:sym typeface="Hanken Grotesk"/>
              </a:rPr>
              <a:t>Revenue vs. speed trade-off:</a:t>
            </a:r>
            <a:endParaRPr b="1" sz="1600">
              <a:solidFill>
                <a:schemeClr val="dk1"/>
              </a:solidFill>
              <a:latin typeface="Hanken Grotesk"/>
              <a:ea typeface="Hanken Grotesk"/>
              <a:cs typeface="Hanken Grotesk"/>
              <a:sym typeface="Hanken Grotesk"/>
            </a:endParaRPr>
          </a:p>
          <a:p>
            <a:pPr indent="0" lvl="0" marL="0" rtl="0" algn="l">
              <a:lnSpc>
                <a:spcPct val="100000"/>
              </a:lnSpc>
              <a:spcBef>
                <a:spcPts val="0"/>
              </a:spcBef>
              <a:spcAft>
                <a:spcPts val="0"/>
              </a:spcAft>
              <a:buNone/>
            </a:pPr>
            <a:r>
              <a:rPr lang="en" sz="1200">
                <a:solidFill>
                  <a:schemeClr val="dk1"/>
                </a:solidFill>
                <a:latin typeface="Hanken Grotesk"/>
                <a:ea typeface="Hanken Grotesk"/>
                <a:cs typeface="Hanken Grotesk"/>
                <a:sym typeface="Hanken Grotesk"/>
              </a:rPr>
              <a:t>If longer runtimes are acceptable, we can experiment with richer models (more brand-safety rules, multi-objective optimization) to squeeze out slightly more revenue at the cost of slower solves.</a:t>
            </a:r>
            <a:endParaRPr sz="1200">
              <a:solidFill>
                <a:schemeClr val="dk1"/>
              </a:solidFill>
              <a:latin typeface="Hanken Grotesk"/>
              <a:ea typeface="Hanken Grotesk"/>
              <a:cs typeface="Hanken Grotesk"/>
              <a:sym typeface="Hanken Grotesk"/>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71"/>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833" name="Google Shape;833;p71"/>
          <p:cNvSpPr txBox="1"/>
          <p:nvPr>
            <p:ph type="title"/>
          </p:nvPr>
        </p:nvSpPr>
        <p:spPr>
          <a:xfrm>
            <a:off x="593175" y="486000"/>
            <a:ext cx="7916400" cy="2743200"/>
          </a:xfrm>
          <a:prstGeom prst="rect">
            <a:avLst/>
          </a:prstGeom>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1100"/>
              <a:buFont typeface="Arial"/>
              <a:buNone/>
            </a:pPr>
            <a:r>
              <a:rPr lang="en"/>
              <a:t>Q&amp;A</a:t>
            </a:r>
            <a:endParaRPr/>
          </a:p>
        </p:txBody>
      </p:sp>
      <p:sp>
        <p:nvSpPr>
          <p:cNvPr id="834" name="Google Shape;834;p71"/>
          <p:cNvSpPr txBox="1"/>
          <p:nvPr>
            <p:ph idx="2" type="subTitle"/>
          </p:nvPr>
        </p:nvSpPr>
        <p:spPr>
          <a:xfrm>
            <a:off x="1284638" y="214800"/>
            <a:ext cx="1501200" cy="183600"/>
          </a:xfrm>
          <a:prstGeom prst="rect">
            <a:avLst/>
          </a:prstGeom>
        </p:spPr>
        <p:txBody>
          <a:bodyPr anchorCtr="0" anchor="ctr" bIns="0" lIns="0" spcFirstLastPara="1" rIns="0" wrap="square" tIns="0">
            <a:normAutofit/>
          </a:bodyPr>
          <a:lstStyle/>
          <a:p>
            <a:pPr indent="0" lvl="0" marL="0" rtl="0" algn="ctr">
              <a:lnSpc>
                <a:spcPct val="115000"/>
              </a:lnSpc>
              <a:spcBef>
                <a:spcPts val="0"/>
              </a:spcBef>
              <a:spcAft>
                <a:spcPts val="0"/>
              </a:spcAft>
              <a:buSzPts val="1200"/>
              <a:buNone/>
            </a:pPr>
            <a:r>
              <a:rPr lang="en"/>
              <a:t>Optimus Prime</a:t>
            </a:r>
            <a:endParaRPr/>
          </a:p>
        </p:txBody>
      </p:sp>
      <p:cxnSp>
        <p:nvCxnSpPr>
          <p:cNvPr id="835" name="Google Shape;835;p71"/>
          <p:cNvCxnSpPr/>
          <p:nvPr/>
        </p:nvCxnSpPr>
        <p:spPr>
          <a:xfrm rot="10800000">
            <a:off x="593700" y="3671900"/>
            <a:ext cx="7948200" cy="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ATEGIC PITCH PRESENTATION">
  <a:themeElements>
    <a:clrScheme name="Simple Light">
      <a:dk1>
        <a:srgbClr val="000000"/>
      </a:dk1>
      <a:lt1>
        <a:srgbClr val="FAFAFA"/>
      </a:lt1>
      <a:dk2>
        <a:srgbClr val="CCCCCC"/>
      </a:dk2>
      <a:lt2>
        <a:srgbClr val="F3F3F3"/>
      </a:lt2>
      <a:accent1>
        <a:srgbClr val="FBE2C4"/>
      </a:accent1>
      <a:accent2>
        <a:srgbClr val="FFCCE4"/>
      </a:accent2>
      <a:accent3>
        <a:srgbClr val="C0E9FF"/>
      </a:accent3>
      <a:accent4>
        <a:srgbClr val="D2FD78"/>
      </a:accent4>
      <a:accent5>
        <a:srgbClr val="FAEA32"/>
      </a:accent5>
      <a:accent6>
        <a:srgbClr val="CBB2FE"/>
      </a:accent6>
      <a:hlink>
        <a:srgbClr val="C0E9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